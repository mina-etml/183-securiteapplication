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4"/>
  </p:sldMasterIdLst>
  <p:notesMasterIdLst>
    <p:notesMasterId r:id="rId34"/>
  </p:notesMasterIdLst>
  <p:sldIdLst>
    <p:sldId id="302" r:id="rId5"/>
    <p:sldId id="319" r:id="rId6"/>
    <p:sldId id="431" r:id="rId7"/>
    <p:sldId id="432" r:id="rId8"/>
    <p:sldId id="433" r:id="rId9"/>
    <p:sldId id="306" r:id="rId10"/>
    <p:sldId id="387" r:id="rId11"/>
    <p:sldId id="414" r:id="rId12"/>
    <p:sldId id="385" r:id="rId13"/>
    <p:sldId id="420" r:id="rId14"/>
    <p:sldId id="415" r:id="rId15"/>
    <p:sldId id="416" r:id="rId16"/>
    <p:sldId id="421" r:id="rId17"/>
    <p:sldId id="422" r:id="rId18"/>
    <p:sldId id="417" r:id="rId19"/>
    <p:sldId id="410" r:id="rId20"/>
    <p:sldId id="423" r:id="rId21"/>
    <p:sldId id="396" r:id="rId22"/>
    <p:sldId id="418" r:id="rId23"/>
    <p:sldId id="419" r:id="rId24"/>
    <p:sldId id="397" r:id="rId25"/>
    <p:sldId id="424" r:id="rId26"/>
    <p:sldId id="427" r:id="rId27"/>
    <p:sldId id="428" r:id="rId28"/>
    <p:sldId id="429" r:id="rId29"/>
    <p:sldId id="434" r:id="rId30"/>
    <p:sldId id="435" r:id="rId31"/>
    <p:sldId id="426" r:id="rId32"/>
    <p:sldId id="347" r:id="rId33"/>
  </p:sldIdLst>
  <p:sldSz cx="12192000" cy="6858000"/>
  <p:notesSz cx="6858000" cy="9144000"/>
  <p:embeddedFontLst>
    <p:embeddedFont>
      <p:font typeface="Century Gothic" panose="020B0502020202020204" pitchFamily="34" charset="0"/>
      <p:regular r:id="rId35"/>
      <p:bold r:id="rId36"/>
      <p:italic r:id="rId37"/>
      <p:boldItalic r:id="rId38"/>
    </p:embeddedFont>
    <p:embeddedFont>
      <p:font typeface="Daytona Light" panose="020B0304030503040204" pitchFamily="34" charset="0"/>
      <p:regular r:id="rId39"/>
      <p:italic r:id="rId40"/>
    </p:embeddedFont>
    <p:embeddedFont>
      <p:font typeface="Helvetica" panose="020B0604020202020204" pitchFamily="34" charset="0"/>
      <p:regular r:id="rId41"/>
      <p:bold r:id="rId42"/>
      <p:italic r:id="rId43"/>
      <p:boldItalic r:id="rId44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D4C291C-4C0B-4AA0-B003-C6C25442A5E7}">
          <p14:sldIdLst>
            <p14:sldId id="302"/>
            <p14:sldId id="319"/>
            <p14:sldId id="431"/>
            <p14:sldId id="432"/>
            <p14:sldId id="433"/>
            <p14:sldId id="306"/>
            <p14:sldId id="387"/>
            <p14:sldId id="414"/>
            <p14:sldId id="385"/>
            <p14:sldId id="420"/>
            <p14:sldId id="415"/>
            <p14:sldId id="416"/>
            <p14:sldId id="421"/>
            <p14:sldId id="422"/>
            <p14:sldId id="417"/>
            <p14:sldId id="410"/>
            <p14:sldId id="423"/>
            <p14:sldId id="396"/>
            <p14:sldId id="418"/>
            <p14:sldId id="419"/>
            <p14:sldId id="397"/>
            <p14:sldId id="424"/>
            <p14:sldId id="427"/>
            <p14:sldId id="428"/>
            <p14:sldId id="429"/>
            <p14:sldId id="434"/>
            <p14:sldId id="435"/>
            <p14:sldId id="426"/>
            <p14:sldId id="34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édric Schaffter" initials="CS" lastIdx="1" clrIdx="0">
    <p:extLst>
      <p:ext uri="{19B8F6BF-5375-455C-9EA6-DF929625EA0E}">
        <p15:presenceInfo xmlns:p15="http://schemas.microsoft.com/office/powerpoint/2012/main" userId="S::px53yvq@eduvaud.ch::553b4a19-b3bd-4c85-8b03-e3da8d2d0ee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EDED"/>
    <a:srgbClr val="333333"/>
    <a:srgbClr val="7F0000"/>
    <a:srgbClr val="AD2B33"/>
    <a:srgbClr val="004595"/>
    <a:srgbClr val="F5F7FA"/>
    <a:srgbClr val="66AEDD"/>
    <a:srgbClr val="CCFFFF"/>
    <a:srgbClr val="FFFFFF"/>
    <a:srgbClr val="B567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–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5.fntdata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2.fntdata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10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4.fntdata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font" Target="fonts/font7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ël Sonney" userId="9e336ed1-67b1-4474-b0e4-db9cec3afe68" providerId="ADAL" clId="{E3035D81-890E-4F0B-8D01-0915414772F3}"/>
    <pc:docChg chg="custSel modSld">
      <pc:chgData name="Gaël Sonney" userId="9e336ed1-67b1-4474-b0e4-db9cec3afe68" providerId="ADAL" clId="{E3035D81-890E-4F0B-8D01-0915414772F3}" dt="2024-04-25T20:17:10.400" v="63" actId="20577"/>
      <pc:docMkLst>
        <pc:docMk/>
      </pc:docMkLst>
      <pc:sldChg chg="modNotesTx">
        <pc:chgData name="Gaël Sonney" userId="9e336ed1-67b1-4474-b0e4-db9cec3afe68" providerId="ADAL" clId="{E3035D81-890E-4F0B-8D01-0915414772F3}" dt="2024-04-25T20:17:10.400" v="63" actId="20577"/>
        <pc:sldMkLst>
          <pc:docMk/>
          <pc:sldMk cId="3654359519" sldId="302"/>
        </pc:sldMkLst>
      </pc:sldChg>
    </pc:docChg>
  </pc:docChgLst>
  <pc:docChgLst>
    <pc:chgData name="Cédric Schaffter" userId="553b4a19-b3bd-4c85-8b03-e3da8d2d0ee5" providerId="ADAL" clId="{4C1F7769-0EC2-4519-822C-F66F7F1FCA74}"/>
    <pc:docChg chg="undo custSel addSld delSld modSld modSection">
      <pc:chgData name="Cédric Schaffter" userId="553b4a19-b3bd-4c85-8b03-e3da8d2d0ee5" providerId="ADAL" clId="{4C1F7769-0EC2-4519-822C-F66F7F1FCA74}" dt="2025-01-20T11:37:22.533" v="3252" actId="13926"/>
      <pc:docMkLst>
        <pc:docMk/>
      </pc:docMkLst>
      <pc:sldChg chg="addSp delSp modSp mod">
        <pc:chgData name="Cédric Schaffter" userId="553b4a19-b3bd-4c85-8b03-e3da8d2d0ee5" providerId="ADAL" clId="{4C1F7769-0EC2-4519-822C-F66F7F1FCA74}" dt="2025-01-20T09:21:26.040" v="3214" actId="20577"/>
        <pc:sldMkLst>
          <pc:docMk/>
          <pc:sldMk cId="3654359519" sldId="302"/>
        </pc:sldMkLst>
        <pc:spChg chg="mod">
          <ac:chgData name="Cédric Schaffter" userId="553b4a19-b3bd-4c85-8b03-e3da8d2d0ee5" providerId="ADAL" clId="{4C1F7769-0EC2-4519-822C-F66F7F1FCA74}" dt="2025-01-20T09:21:26.040" v="3214" actId="20577"/>
          <ac:spMkLst>
            <pc:docMk/>
            <pc:sldMk cId="3654359519" sldId="302"/>
            <ac:spMk id="3" creationId="{3B9501AA-B74D-4416-BEFC-D9228B665E9E}"/>
          </ac:spMkLst>
        </pc:spChg>
      </pc:sldChg>
      <pc:sldChg chg="addSp delSp modSp mod">
        <pc:chgData name="Cédric Schaffter" userId="553b4a19-b3bd-4c85-8b03-e3da8d2d0ee5" providerId="ADAL" clId="{4C1F7769-0EC2-4519-822C-F66F7F1FCA74}" dt="2024-04-24T05:13:49.404" v="2741"/>
        <pc:sldMkLst>
          <pc:docMk/>
          <pc:sldMk cId="2918993193" sldId="306"/>
        </pc:sldMkLst>
      </pc:sldChg>
      <pc:sldChg chg="addSp delSp modSp mod">
        <pc:chgData name="Cédric Schaffter" userId="553b4a19-b3bd-4c85-8b03-e3da8d2d0ee5" providerId="ADAL" clId="{4C1F7769-0EC2-4519-822C-F66F7F1FCA74}" dt="2024-04-24T05:46:34.879" v="3085" actId="20577"/>
        <pc:sldMkLst>
          <pc:docMk/>
          <pc:sldMk cId="3779150562" sldId="319"/>
        </pc:sldMkLst>
      </pc:sldChg>
      <pc:sldChg chg="del">
        <pc:chgData name="Cédric Schaffter" userId="553b4a19-b3bd-4c85-8b03-e3da8d2d0ee5" providerId="ADAL" clId="{4C1F7769-0EC2-4519-822C-F66F7F1FCA74}" dt="2024-04-23T08:52:58.718" v="280" actId="47"/>
        <pc:sldMkLst>
          <pc:docMk/>
          <pc:sldMk cId="67380971" sldId="338"/>
        </pc:sldMkLst>
      </pc:sldChg>
      <pc:sldChg chg="addSp delSp modSp mod">
        <pc:chgData name="Cédric Schaffter" userId="553b4a19-b3bd-4c85-8b03-e3da8d2d0ee5" providerId="ADAL" clId="{4C1F7769-0EC2-4519-822C-F66F7F1FCA74}" dt="2024-04-24T05:13:49.510" v="2879"/>
        <pc:sldMkLst>
          <pc:docMk/>
          <pc:sldMk cId="3064999319" sldId="347"/>
        </pc:sldMkLst>
      </pc:sldChg>
      <pc:sldChg chg="del">
        <pc:chgData name="Cédric Schaffter" userId="553b4a19-b3bd-4c85-8b03-e3da8d2d0ee5" providerId="ADAL" clId="{4C1F7769-0EC2-4519-822C-F66F7F1FCA74}" dt="2024-04-23T14:18:55.503" v="1547" actId="47"/>
        <pc:sldMkLst>
          <pc:docMk/>
          <pc:sldMk cId="2755665236" sldId="379"/>
        </pc:sldMkLst>
      </pc:sldChg>
      <pc:sldChg chg="del">
        <pc:chgData name="Cédric Schaffter" userId="553b4a19-b3bd-4c85-8b03-e3da8d2d0ee5" providerId="ADAL" clId="{4C1F7769-0EC2-4519-822C-F66F7F1FCA74}" dt="2024-04-23T08:52:48.092" v="279" actId="47"/>
        <pc:sldMkLst>
          <pc:docMk/>
          <pc:sldMk cId="3693580469" sldId="381"/>
        </pc:sldMkLst>
      </pc:sldChg>
      <pc:sldChg chg="del">
        <pc:chgData name="Cédric Schaffter" userId="553b4a19-b3bd-4c85-8b03-e3da8d2d0ee5" providerId="ADAL" clId="{4C1F7769-0EC2-4519-822C-F66F7F1FCA74}" dt="2024-04-23T08:52:58.718" v="280" actId="47"/>
        <pc:sldMkLst>
          <pc:docMk/>
          <pc:sldMk cId="2153314333" sldId="382"/>
        </pc:sldMkLst>
      </pc:sldChg>
      <pc:sldChg chg="del">
        <pc:chgData name="Cédric Schaffter" userId="553b4a19-b3bd-4c85-8b03-e3da8d2d0ee5" providerId="ADAL" clId="{4C1F7769-0EC2-4519-822C-F66F7F1FCA74}" dt="2024-04-23T08:52:58.718" v="280" actId="47"/>
        <pc:sldMkLst>
          <pc:docMk/>
          <pc:sldMk cId="303106634" sldId="383"/>
        </pc:sldMkLst>
      </pc:sldChg>
      <pc:sldChg chg="del">
        <pc:chgData name="Cédric Schaffter" userId="553b4a19-b3bd-4c85-8b03-e3da8d2d0ee5" providerId="ADAL" clId="{4C1F7769-0EC2-4519-822C-F66F7F1FCA74}" dt="2024-04-23T14:15:56.194" v="1437" actId="47"/>
        <pc:sldMkLst>
          <pc:docMk/>
          <pc:sldMk cId="1525042101" sldId="384"/>
        </pc:sldMkLst>
      </pc:sldChg>
      <pc:sldChg chg="addSp delSp modSp mod">
        <pc:chgData name="Cédric Schaffter" userId="553b4a19-b3bd-4c85-8b03-e3da8d2d0ee5" providerId="ADAL" clId="{4C1F7769-0EC2-4519-822C-F66F7F1FCA74}" dt="2024-04-24T05:13:49.419" v="2759"/>
        <pc:sldMkLst>
          <pc:docMk/>
          <pc:sldMk cId="1730031259" sldId="385"/>
        </pc:sldMkLst>
      </pc:sldChg>
      <pc:sldChg chg="addSp delSp modSp mod modNotesTx">
        <pc:chgData name="Cédric Schaffter" userId="553b4a19-b3bd-4c85-8b03-e3da8d2d0ee5" providerId="ADAL" clId="{4C1F7769-0EC2-4519-822C-F66F7F1FCA74}" dt="2024-04-24T05:13:49.410" v="2747"/>
        <pc:sldMkLst>
          <pc:docMk/>
          <pc:sldMk cId="269870384" sldId="387"/>
        </pc:sldMkLst>
      </pc:sldChg>
      <pc:sldChg chg="del">
        <pc:chgData name="Cédric Schaffter" userId="553b4a19-b3bd-4c85-8b03-e3da8d2d0ee5" providerId="ADAL" clId="{4C1F7769-0EC2-4519-822C-F66F7F1FCA74}" dt="2024-04-23T13:36:34.841" v="980" actId="47"/>
        <pc:sldMkLst>
          <pc:docMk/>
          <pc:sldMk cId="1872610843" sldId="388"/>
        </pc:sldMkLst>
      </pc:sldChg>
      <pc:sldChg chg="del">
        <pc:chgData name="Cédric Schaffter" userId="553b4a19-b3bd-4c85-8b03-e3da8d2d0ee5" providerId="ADAL" clId="{4C1F7769-0EC2-4519-822C-F66F7F1FCA74}" dt="2024-04-23T13:36:37.930" v="981" actId="47"/>
        <pc:sldMkLst>
          <pc:docMk/>
          <pc:sldMk cId="2010603482" sldId="389"/>
        </pc:sldMkLst>
      </pc:sldChg>
      <pc:sldChg chg="del">
        <pc:chgData name="Cédric Schaffter" userId="553b4a19-b3bd-4c85-8b03-e3da8d2d0ee5" providerId="ADAL" clId="{4C1F7769-0EC2-4519-822C-F66F7F1FCA74}" dt="2024-04-23T13:41:08.705" v="1212" actId="47"/>
        <pc:sldMkLst>
          <pc:docMk/>
          <pc:sldMk cId="1422670564" sldId="390"/>
        </pc:sldMkLst>
      </pc:sldChg>
      <pc:sldChg chg="del">
        <pc:chgData name="Cédric Schaffter" userId="553b4a19-b3bd-4c85-8b03-e3da8d2d0ee5" providerId="ADAL" clId="{4C1F7769-0EC2-4519-822C-F66F7F1FCA74}" dt="2024-04-23T08:46:07.294" v="212" actId="47"/>
        <pc:sldMkLst>
          <pc:docMk/>
          <pc:sldMk cId="98975589" sldId="393"/>
        </pc:sldMkLst>
      </pc:sldChg>
      <pc:sldChg chg="del">
        <pc:chgData name="Cédric Schaffter" userId="553b4a19-b3bd-4c85-8b03-e3da8d2d0ee5" providerId="ADAL" clId="{4C1F7769-0EC2-4519-822C-F66F7F1FCA74}" dt="2024-04-23T08:46:09.289" v="213" actId="47"/>
        <pc:sldMkLst>
          <pc:docMk/>
          <pc:sldMk cId="77290855" sldId="395"/>
        </pc:sldMkLst>
      </pc:sldChg>
      <pc:sldChg chg="addSp delSp modSp mod">
        <pc:chgData name="Cédric Schaffter" userId="553b4a19-b3bd-4c85-8b03-e3da8d2d0ee5" providerId="ADAL" clId="{4C1F7769-0EC2-4519-822C-F66F7F1FCA74}" dt="2024-04-24T05:13:49.462" v="2813"/>
        <pc:sldMkLst>
          <pc:docMk/>
          <pc:sldMk cId="2335978113" sldId="396"/>
        </pc:sldMkLst>
      </pc:sldChg>
      <pc:sldChg chg="addSp delSp modSp mod modNotesTx">
        <pc:chgData name="Cédric Schaffter" userId="553b4a19-b3bd-4c85-8b03-e3da8d2d0ee5" providerId="ADAL" clId="{4C1F7769-0EC2-4519-822C-F66F7F1FCA74}" dt="2024-04-24T05:13:49.476" v="2831"/>
        <pc:sldMkLst>
          <pc:docMk/>
          <pc:sldMk cId="3885600170" sldId="397"/>
        </pc:sldMkLst>
      </pc:sldChg>
      <pc:sldChg chg="del">
        <pc:chgData name="Cédric Schaffter" userId="553b4a19-b3bd-4c85-8b03-e3da8d2d0ee5" providerId="ADAL" clId="{4C1F7769-0EC2-4519-822C-F66F7F1FCA74}" dt="2024-04-23T08:52:39.357" v="275" actId="47"/>
        <pc:sldMkLst>
          <pc:docMk/>
          <pc:sldMk cId="2495359110" sldId="398"/>
        </pc:sldMkLst>
      </pc:sldChg>
      <pc:sldChg chg="del">
        <pc:chgData name="Cédric Schaffter" userId="553b4a19-b3bd-4c85-8b03-e3da8d2d0ee5" providerId="ADAL" clId="{4C1F7769-0EC2-4519-822C-F66F7F1FCA74}" dt="2024-04-23T08:52:43.288" v="277" actId="47"/>
        <pc:sldMkLst>
          <pc:docMk/>
          <pc:sldMk cId="3062968195" sldId="399"/>
        </pc:sldMkLst>
      </pc:sldChg>
      <pc:sldChg chg="del">
        <pc:chgData name="Cédric Schaffter" userId="553b4a19-b3bd-4c85-8b03-e3da8d2d0ee5" providerId="ADAL" clId="{4C1F7769-0EC2-4519-822C-F66F7F1FCA74}" dt="2024-04-23T08:52:45.977" v="278" actId="47"/>
        <pc:sldMkLst>
          <pc:docMk/>
          <pc:sldMk cId="30676770" sldId="402"/>
        </pc:sldMkLst>
      </pc:sldChg>
      <pc:sldChg chg="del">
        <pc:chgData name="Cédric Schaffter" userId="553b4a19-b3bd-4c85-8b03-e3da8d2d0ee5" providerId="ADAL" clId="{4C1F7769-0EC2-4519-822C-F66F7F1FCA74}" dt="2024-04-23T14:18:55.503" v="1547" actId="47"/>
        <pc:sldMkLst>
          <pc:docMk/>
          <pc:sldMk cId="483106605" sldId="403"/>
        </pc:sldMkLst>
      </pc:sldChg>
      <pc:sldChg chg="del">
        <pc:chgData name="Cédric Schaffter" userId="553b4a19-b3bd-4c85-8b03-e3da8d2d0ee5" providerId="ADAL" clId="{4C1F7769-0EC2-4519-822C-F66F7F1FCA74}" dt="2024-04-23T08:52:30.991" v="272" actId="47"/>
        <pc:sldMkLst>
          <pc:docMk/>
          <pc:sldMk cId="2081922535" sldId="404"/>
        </pc:sldMkLst>
      </pc:sldChg>
      <pc:sldChg chg="del">
        <pc:chgData name="Cédric Schaffter" userId="553b4a19-b3bd-4c85-8b03-e3da8d2d0ee5" providerId="ADAL" clId="{4C1F7769-0EC2-4519-822C-F66F7F1FCA74}" dt="2024-04-23T08:52:33.163" v="273" actId="47"/>
        <pc:sldMkLst>
          <pc:docMk/>
          <pc:sldMk cId="2578400493" sldId="405"/>
        </pc:sldMkLst>
      </pc:sldChg>
      <pc:sldChg chg="del">
        <pc:chgData name="Cédric Schaffter" userId="553b4a19-b3bd-4c85-8b03-e3da8d2d0ee5" providerId="ADAL" clId="{4C1F7769-0EC2-4519-822C-F66F7F1FCA74}" dt="2024-04-23T08:52:35.876" v="274" actId="47"/>
        <pc:sldMkLst>
          <pc:docMk/>
          <pc:sldMk cId="1016424598" sldId="406"/>
        </pc:sldMkLst>
      </pc:sldChg>
      <pc:sldChg chg="del">
        <pc:chgData name="Cédric Schaffter" userId="553b4a19-b3bd-4c85-8b03-e3da8d2d0ee5" providerId="ADAL" clId="{4C1F7769-0EC2-4519-822C-F66F7F1FCA74}" dt="2024-04-23T08:52:41.117" v="276" actId="47"/>
        <pc:sldMkLst>
          <pc:docMk/>
          <pc:sldMk cId="530173798" sldId="407"/>
        </pc:sldMkLst>
      </pc:sldChg>
      <pc:sldChg chg="del">
        <pc:chgData name="Cédric Schaffter" userId="553b4a19-b3bd-4c85-8b03-e3da8d2d0ee5" providerId="ADAL" clId="{4C1F7769-0EC2-4519-822C-F66F7F1FCA74}" dt="2024-04-23T08:46:11.098" v="214" actId="47"/>
        <pc:sldMkLst>
          <pc:docMk/>
          <pc:sldMk cId="1396192012" sldId="408"/>
        </pc:sldMkLst>
      </pc:sldChg>
      <pc:sldChg chg="del">
        <pc:chgData name="Cédric Schaffter" userId="553b4a19-b3bd-4c85-8b03-e3da8d2d0ee5" providerId="ADAL" clId="{4C1F7769-0EC2-4519-822C-F66F7F1FCA74}" dt="2024-04-23T08:46:12.820" v="215" actId="47"/>
        <pc:sldMkLst>
          <pc:docMk/>
          <pc:sldMk cId="3070854686" sldId="409"/>
        </pc:sldMkLst>
      </pc:sldChg>
      <pc:sldChg chg="addSp delSp modSp mod modNotesTx">
        <pc:chgData name="Cédric Schaffter" userId="553b4a19-b3bd-4c85-8b03-e3da8d2d0ee5" providerId="ADAL" clId="{4C1F7769-0EC2-4519-822C-F66F7F1FCA74}" dt="2024-04-24T05:47:58.229" v="3094" actId="33524"/>
        <pc:sldMkLst>
          <pc:docMk/>
          <pc:sldMk cId="4016962414" sldId="410"/>
        </pc:sldMkLst>
      </pc:sldChg>
      <pc:sldChg chg="del">
        <pc:chgData name="Cédric Schaffter" userId="553b4a19-b3bd-4c85-8b03-e3da8d2d0ee5" providerId="ADAL" clId="{4C1F7769-0EC2-4519-822C-F66F7F1FCA74}" dt="2024-04-23T08:52:58.718" v="280" actId="47"/>
        <pc:sldMkLst>
          <pc:docMk/>
          <pc:sldMk cId="3588282029" sldId="411"/>
        </pc:sldMkLst>
      </pc:sldChg>
      <pc:sldChg chg="del">
        <pc:chgData name="Cédric Schaffter" userId="553b4a19-b3bd-4c85-8b03-e3da8d2d0ee5" providerId="ADAL" clId="{4C1F7769-0EC2-4519-822C-F66F7F1FCA74}" dt="2024-04-23T08:52:58.718" v="280" actId="47"/>
        <pc:sldMkLst>
          <pc:docMk/>
          <pc:sldMk cId="1189187051" sldId="412"/>
        </pc:sldMkLst>
      </pc:sldChg>
      <pc:sldChg chg="modSp add del mod">
        <pc:chgData name="Cédric Schaffter" userId="553b4a19-b3bd-4c85-8b03-e3da8d2d0ee5" providerId="ADAL" clId="{4C1F7769-0EC2-4519-822C-F66F7F1FCA74}" dt="2024-04-23T14:18:55.503" v="1547" actId="47"/>
        <pc:sldMkLst>
          <pc:docMk/>
          <pc:sldMk cId="474375217" sldId="413"/>
        </pc:sldMkLst>
      </pc:sldChg>
      <pc:sldChg chg="addSp delSp modSp add mod modNotesTx">
        <pc:chgData name="Cédric Schaffter" userId="553b4a19-b3bd-4c85-8b03-e3da8d2d0ee5" providerId="ADAL" clId="{4C1F7769-0EC2-4519-822C-F66F7F1FCA74}" dt="2024-04-24T05:13:49.414" v="2753"/>
        <pc:sldMkLst>
          <pc:docMk/>
          <pc:sldMk cId="4098522306" sldId="414"/>
        </pc:sldMkLst>
      </pc:sldChg>
      <pc:sldChg chg="addSp delSp modSp add mod modNotesTx">
        <pc:chgData name="Cédric Schaffter" userId="553b4a19-b3bd-4c85-8b03-e3da8d2d0ee5" providerId="ADAL" clId="{4C1F7769-0EC2-4519-822C-F66F7F1FCA74}" dt="2024-04-24T05:13:49.428" v="2771"/>
        <pc:sldMkLst>
          <pc:docMk/>
          <pc:sldMk cId="1791934753" sldId="415"/>
        </pc:sldMkLst>
      </pc:sldChg>
      <pc:sldChg chg="addSp delSp modSp add mod modNotesTx">
        <pc:chgData name="Cédric Schaffter" userId="553b4a19-b3bd-4c85-8b03-e3da8d2d0ee5" providerId="ADAL" clId="{4C1F7769-0EC2-4519-822C-F66F7F1FCA74}" dt="2024-04-24T05:13:49.433" v="2777"/>
        <pc:sldMkLst>
          <pc:docMk/>
          <pc:sldMk cId="1529420399" sldId="416"/>
        </pc:sldMkLst>
      </pc:sldChg>
      <pc:sldChg chg="addSp delSp modSp add mod">
        <pc:chgData name="Cédric Schaffter" userId="553b4a19-b3bd-4c85-8b03-e3da8d2d0ee5" providerId="ADAL" clId="{4C1F7769-0EC2-4519-822C-F66F7F1FCA74}" dt="2024-04-24T05:13:49.447" v="2795"/>
        <pc:sldMkLst>
          <pc:docMk/>
          <pc:sldMk cId="918242765" sldId="417"/>
        </pc:sldMkLst>
      </pc:sldChg>
      <pc:sldChg chg="addSp delSp modSp add mod">
        <pc:chgData name="Cédric Schaffter" userId="553b4a19-b3bd-4c85-8b03-e3da8d2d0ee5" providerId="ADAL" clId="{4C1F7769-0EC2-4519-822C-F66F7F1FCA74}" dt="2024-04-24T05:13:49.466" v="2819"/>
        <pc:sldMkLst>
          <pc:docMk/>
          <pc:sldMk cId="3307149343" sldId="418"/>
        </pc:sldMkLst>
      </pc:sldChg>
      <pc:sldChg chg="addSp delSp modSp add mod">
        <pc:chgData name="Cédric Schaffter" userId="553b4a19-b3bd-4c85-8b03-e3da8d2d0ee5" providerId="ADAL" clId="{4C1F7769-0EC2-4519-822C-F66F7F1FCA74}" dt="2024-04-24T05:13:49.472" v="2825"/>
        <pc:sldMkLst>
          <pc:docMk/>
          <pc:sldMk cId="3579522986" sldId="419"/>
        </pc:sldMkLst>
      </pc:sldChg>
      <pc:sldChg chg="addSp delSp modSp add mod">
        <pc:chgData name="Cédric Schaffter" userId="553b4a19-b3bd-4c85-8b03-e3da8d2d0ee5" providerId="ADAL" clId="{4C1F7769-0EC2-4519-822C-F66F7F1FCA74}" dt="2024-04-24T05:13:49.424" v="2765"/>
        <pc:sldMkLst>
          <pc:docMk/>
          <pc:sldMk cId="4025025256" sldId="420"/>
        </pc:sldMkLst>
      </pc:sldChg>
      <pc:sldChg chg="addSp delSp modSp add mod">
        <pc:chgData name="Cédric Schaffter" userId="553b4a19-b3bd-4c85-8b03-e3da8d2d0ee5" providerId="ADAL" clId="{4C1F7769-0EC2-4519-822C-F66F7F1FCA74}" dt="2024-04-24T05:13:49.438" v="2783"/>
        <pc:sldMkLst>
          <pc:docMk/>
          <pc:sldMk cId="3335094427" sldId="421"/>
        </pc:sldMkLst>
      </pc:sldChg>
      <pc:sldChg chg="addSp delSp modSp add mod">
        <pc:chgData name="Cédric Schaffter" userId="553b4a19-b3bd-4c85-8b03-e3da8d2d0ee5" providerId="ADAL" clId="{4C1F7769-0EC2-4519-822C-F66F7F1FCA74}" dt="2024-04-24T05:47:39.993" v="3093" actId="20577"/>
        <pc:sldMkLst>
          <pc:docMk/>
          <pc:sldMk cId="1198293545" sldId="422"/>
        </pc:sldMkLst>
      </pc:sldChg>
      <pc:sldChg chg="addSp delSp modSp add mod">
        <pc:chgData name="Cédric Schaffter" userId="553b4a19-b3bd-4c85-8b03-e3da8d2d0ee5" providerId="ADAL" clId="{4C1F7769-0EC2-4519-822C-F66F7F1FCA74}" dt="2024-04-24T05:55:47.841" v="3210" actId="15"/>
        <pc:sldMkLst>
          <pc:docMk/>
          <pc:sldMk cId="2090770184" sldId="423"/>
        </pc:sldMkLst>
      </pc:sldChg>
      <pc:sldChg chg="addSp delSp modSp add mod modNotesTx">
        <pc:chgData name="Cédric Schaffter" userId="553b4a19-b3bd-4c85-8b03-e3da8d2d0ee5" providerId="ADAL" clId="{4C1F7769-0EC2-4519-822C-F66F7F1FCA74}" dt="2024-04-24T05:48:38.652" v="3129" actId="20577"/>
        <pc:sldMkLst>
          <pc:docMk/>
          <pc:sldMk cId="1309391422" sldId="424"/>
        </pc:sldMkLst>
      </pc:sldChg>
      <pc:sldChg chg="addSp delSp modSp add del mod">
        <pc:chgData name="Cédric Schaffter" userId="553b4a19-b3bd-4c85-8b03-e3da8d2d0ee5" providerId="ADAL" clId="{4C1F7769-0EC2-4519-822C-F66F7F1FCA74}" dt="2024-04-24T05:49:08.502" v="3131" actId="47"/>
        <pc:sldMkLst>
          <pc:docMk/>
          <pc:sldMk cId="1919514426" sldId="425"/>
        </pc:sldMkLst>
      </pc:sldChg>
      <pc:sldChg chg="addSp delSp modSp add mod">
        <pc:chgData name="Cédric Schaffter" userId="553b4a19-b3bd-4c85-8b03-e3da8d2d0ee5" providerId="ADAL" clId="{4C1F7769-0EC2-4519-822C-F66F7F1FCA74}" dt="2024-04-24T05:13:49.499" v="2867"/>
        <pc:sldMkLst>
          <pc:docMk/>
          <pc:sldMk cId="3009283608" sldId="426"/>
        </pc:sldMkLst>
      </pc:sldChg>
      <pc:sldChg chg="addSp delSp modSp add mod modNotesTx">
        <pc:chgData name="Cédric Schaffter" userId="553b4a19-b3bd-4c85-8b03-e3da8d2d0ee5" providerId="ADAL" clId="{4C1F7769-0EC2-4519-822C-F66F7F1FCA74}" dt="2024-04-24T05:13:49.484" v="2843"/>
        <pc:sldMkLst>
          <pc:docMk/>
          <pc:sldMk cId="3020010671" sldId="427"/>
        </pc:sldMkLst>
      </pc:sldChg>
      <pc:sldChg chg="addSp delSp modSp add mod">
        <pc:chgData name="Cédric Schaffter" userId="553b4a19-b3bd-4c85-8b03-e3da8d2d0ee5" providerId="ADAL" clId="{4C1F7769-0EC2-4519-822C-F66F7F1FCA74}" dt="2024-04-24T05:13:49.488" v="2849"/>
        <pc:sldMkLst>
          <pc:docMk/>
          <pc:sldMk cId="2162290467" sldId="428"/>
        </pc:sldMkLst>
      </pc:sldChg>
      <pc:sldChg chg="addSp delSp modSp add mod modNotesTx">
        <pc:chgData name="Cédric Schaffter" userId="553b4a19-b3bd-4c85-8b03-e3da8d2d0ee5" providerId="ADAL" clId="{4C1F7769-0EC2-4519-822C-F66F7F1FCA74}" dt="2024-04-24T05:13:49.491" v="2855"/>
        <pc:sldMkLst>
          <pc:docMk/>
          <pc:sldMk cId="823348041" sldId="429"/>
        </pc:sldMkLst>
      </pc:sldChg>
      <pc:sldChg chg="addSp delSp modSp add mod">
        <pc:chgData name="Cédric Schaffter" userId="553b4a19-b3bd-4c85-8b03-e3da8d2d0ee5" providerId="ADAL" clId="{4C1F7769-0EC2-4519-822C-F66F7F1FCA74}" dt="2024-04-24T05:14:51.399" v="2977" actId="20577"/>
        <pc:sldMkLst>
          <pc:docMk/>
          <pc:sldMk cId="63901475" sldId="430"/>
        </pc:sldMkLst>
      </pc:sldChg>
      <pc:sldChg chg="modSp add mod">
        <pc:chgData name="Cédric Schaffter" userId="553b4a19-b3bd-4c85-8b03-e3da8d2d0ee5" providerId="ADAL" clId="{4C1F7769-0EC2-4519-822C-F66F7F1FCA74}" dt="2024-04-24T05:46:29.156" v="3084" actId="13926"/>
        <pc:sldMkLst>
          <pc:docMk/>
          <pc:sldMk cId="1478251435" sldId="431"/>
        </pc:sldMkLst>
      </pc:sldChg>
      <pc:sldChg chg="modSp add mod">
        <pc:chgData name="Cédric Schaffter" userId="553b4a19-b3bd-4c85-8b03-e3da8d2d0ee5" providerId="ADAL" clId="{4C1F7769-0EC2-4519-822C-F66F7F1FCA74}" dt="2025-01-20T11:37:02.715" v="3248" actId="20577"/>
        <pc:sldMkLst>
          <pc:docMk/>
          <pc:sldMk cId="4192816576" sldId="432"/>
        </pc:sldMkLst>
        <pc:spChg chg="mod">
          <ac:chgData name="Cédric Schaffter" userId="553b4a19-b3bd-4c85-8b03-e3da8d2d0ee5" providerId="ADAL" clId="{4C1F7769-0EC2-4519-822C-F66F7F1FCA74}" dt="2025-01-20T11:37:02.715" v="3248" actId="20577"/>
          <ac:spMkLst>
            <pc:docMk/>
            <pc:sldMk cId="4192816576" sldId="432"/>
            <ac:spMk id="3" creationId="{ECDD8913-80D5-66C0-DE37-D654360A75C4}"/>
          </ac:spMkLst>
        </pc:spChg>
      </pc:sldChg>
      <pc:sldChg chg="modSp add mod">
        <pc:chgData name="Cédric Schaffter" userId="553b4a19-b3bd-4c85-8b03-e3da8d2d0ee5" providerId="ADAL" clId="{4C1F7769-0EC2-4519-822C-F66F7F1FCA74}" dt="2025-01-20T11:37:22.533" v="3252" actId="13926"/>
        <pc:sldMkLst>
          <pc:docMk/>
          <pc:sldMk cId="3516481429" sldId="433"/>
        </pc:sldMkLst>
        <pc:spChg chg="mod">
          <ac:chgData name="Cédric Schaffter" userId="553b4a19-b3bd-4c85-8b03-e3da8d2d0ee5" providerId="ADAL" clId="{4C1F7769-0EC2-4519-822C-F66F7F1FCA74}" dt="2025-01-20T11:37:22.533" v="3252" actId="13926"/>
          <ac:spMkLst>
            <pc:docMk/>
            <pc:sldMk cId="3516481429" sldId="433"/>
            <ac:spMk id="3" creationId="{ECDD8913-80D5-66C0-DE37-D654360A75C4}"/>
          </ac:spMkLst>
        </pc:spChg>
      </pc:sldChg>
      <pc:sldChg chg="modSp add mod">
        <pc:chgData name="Cédric Schaffter" userId="553b4a19-b3bd-4c85-8b03-e3da8d2d0ee5" providerId="ADAL" clId="{4C1F7769-0EC2-4519-822C-F66F7F1FCA74}" dt="2024-04-24T05:50:14.782" v="3180" actId="27636"/>
        <pc:sldMkLst>
          <pc:docMk/>
          <pc:sldMk cId="3879086114" sldId="43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6218B3-C964-4B2C-A5FA-0E6289E029BD}" type="datetimeFigureOut">
              <a:rPr lang="fr-CH" smtClean="0"/>
              <a:t>03.12.2025</a:t>
            </a:fld>
            <a:endParaRPr lang="fr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6E8B0B-D5D7-4D88-83E3-FE3FF33CB0CB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46157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err="1"/>
              <a:t>Brainstorm</a:t>
            </a:r>
            <a:endParaRPr lang="fr-CH"/>
          </a:p>
          <a:p>
            <a:endParaRPr lang="fr-CH"/>
          </a:p>
          <a:p>
            <a:r>
              <a:rPr lang="fr-CH" err="1"/>
              <a:t>QU’est</a:t>
            </a:r>
            <a:r>
              <a:rPr lang="fr-CH"/>
              <a:t> ce qu’un audit!</a:t>
            </a:r>
          </a:p>
          <a:p>
            <a:endParaRPr lang="fr-CH"/>
          </a:p>
          <a:p>
            <a:r>
              <a:rPr lang="fr-CH"/>
              <a:t>Qu’est-ce qu’on </a:t>
            </a:r>
            <a:r>
              <a:rPr lang="fr-CH" err="1"/>
              <a:t>loggue</a:t>
            </a:r>
            <a:endParaRPr lang="fr-CH"/>
          </a:p>
          <a:p>
            <a:endParaRPr lang="fr-CH"/>
          </a:p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8094299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Faire reformuler aux élèves la définition de cet objectif.</a:t>
            </a:r>
          </a:p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2005232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Faire reformuler aux élèves la définition de cet objectif.</a:t>
            </a:r>
          </a:p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3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6339637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Faire reformuler aux élèves la définition de cet objectif.</a:t>
            </a:r>
          </a:p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4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1659063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Faire reformuler aux élèves la définition de cet objectif.</a:t>
            </a:r>
          </a:p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5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1376951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6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2919293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7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4053489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La construction de la requête est sous la responsabilité du développeur de l’application.</a:t>
            </a:r>
          </a:p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8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2948779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Le protocole HTTP (et HTTPS)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9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492237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10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2505209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11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5160090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12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0368327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13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2243041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14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714256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15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3804824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16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9319853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17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3220367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18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2046069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Le protocole HTTP (et HTTPS)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19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6640132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Le protocole HTTP (et HTTPS)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20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3951038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21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2562234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Question à poser aux élèves : à quoi sert le délimitateur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22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7368282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23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2533207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24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0212286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25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66780845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26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06106317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7AF7C-E52B-A5C0-63F9-1A3303EAA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D1DB25-980C-9F1C-3A00-A71E22295A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152FF6-2E58-08C7-8812-38792CCB60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49FA56-60A7-B987-5487-D9E4A46873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27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77368167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28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60019854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29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146299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04DE0-88DE-4610-BD02-CD38DF49BA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Autofit/>
          </a:bodyPr>
          <a:lstStyle>
            <a:lvl1pPr algn="ctr">
              <a:defRPr sz="5600"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8CF7C9-0305-4CBC-8E98-2CC5250FD1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8285E8-1FCB-9C6D-C719-195577BFB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975B0D62-DA5A-4B9E-A99D-C5E052757ED2}" type="datetime1">
              <a:rPr lang="fr-CH" smtClean="0"/>
              <a:t>03.12.2025</a:t>
            </a:fld>
            <a:endParaRPr lang="fr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FCD6F8-6772-ED93-2BF4-D33B7E3DA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3340608" cy="365125"/>
          </a:xfrm>
        </p:spPr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18AE0E-7542-ADE9-9231-C9491A8EA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D8134CE5-34C2-4E1A-BD32-3DE8831B36D6}" type="slidenum">
              <a:rPr lang="fr-CH" smtClean="0"/>
              <a:pPr/>
              <a:t>‹N°›</a:t>
            </a:fld>
            <a:r>
              <a:rPr lang="fr-CH"/>
              <a:t>/Total</a:t>
            </a:r>
          </a:p>
        </p:txBody>
      </p:sp>
    </p:spTree>
    <p:extLst>
      <p:ext uri="{BB962C8B-B14F-4D97-AF65-F5344CB8AC3E}">
        <p14:creationId xmlns:p14="http://schemas.microsoft.com/office/powerpoint/2010/main" val="1701510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print_ligh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e 2"/>
          <p:cNvGrpSpPr/>
          <p:nvPr userDrawn="1"/>
        </p:nvGrpSpPr>
        <p:grpSpPr>
          <a:xfrm>
            <a:off x="778021" y="296687"/>
            <a:ext cx="10793490" cy="900000"/>
            <a:chOff x="577340" y="118070"/>
            <a:chExt cx="10793490" cy="979831"/>
          </a:xfrm>
        </p:grpSpPr>
        <p:grpSp>
          <p:nvGrpSpPr>
            <p:cNvPr id="2" name="Groupe 1"/>
            <p:cNvGrpSpPr/>
            <p:nvPr userDrawn="1"/>
          </p:nvGrpSpPr>
          <p:grpSpPr>
            <a:xfrm>
              <a:off x="577340" y="122885"/>
              <a:ext cx="900000" cy="975016"/>
              <a:chOff x="577340" y="166428"/>
              <a:chExt cx="900000" cy="975016"/>
            </a:xfrm>
          </p:grpSpPr>
          <p:sp>
            <p:nvSpPr>
              <p:cNvPr id="2362" name="Rectangle 2361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3" name="Rectangle 2362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4" name="Rectangle 2363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5" name="Rectangle 2364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6" name="Rectangle 2365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7" name="Rectangle 2366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8" name="Rectangle 2367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9" name="Rectangle 2368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0" name="Rectangle 2369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1" name="Rectangle 2370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2" name="Rectangle 2371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3" name="Rectangle 2372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4" name="Rectangle 2373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5" name="Rectangle 2374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6" name="Rectangle 2375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7" name="Rectangle 2376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8" name="Rectangle 2377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9" name="Rectangle 2378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80" name="Rectangle 2379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81" name="Rectangle 2380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82" name="Rectangle 2381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83" name="Rectangle 2382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84" name="Rectangle 2383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85" name="Rectangle 2384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86" name="Rectangle 2385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1" name="Rectangle 236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2356" name="Groupe 2355"/>
            <p:cNvGrpSpPr/>
            <p:nvPr userDrawn="1"/>
          </p:nvGrpSpPr>
          <p:grpSpPr>
            <a:xfrm>
              <a:off x="1476794" y="121922"/>
              <a:ext cx="900000" cy="975016"/>
              <a:chOff x="577340" y="166428"/>
              <a:chExt cx="900000" cy="975016"/>
            </a:xfrm>
          </p:grpSpPr>
          <p:sp>
            <p:nvSpPr>
              <p:cNvPr id="2357" name="Rectangle 235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58" name="Rectangle 235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2" name="Rectangle 471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3" name="Rectangle 471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4" name="Rectangle 471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5" name="Rectangle 471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6" name="Rectangle 471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7" name="Rectangle 471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8" name="Rectangle 471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9" name="Rectangle 471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0" name="Rectangle 471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1" name="Rectangle 472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2" name="Rectangle 472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3" name="Rectangle 472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4" name="Rectangle 472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5" name="Rectangle 472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6" name="Rectangle 472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7" name="Rectangle 472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8" name="Rectangle 472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9" name="Rectangle 472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0" name="Rectangle 472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1" name="Rectangle 473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2" name="Rectangle 473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3" name="Rectangle 473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4" name="Rectangle 473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5" name="Rectangle 473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4736" name="Groupe 4735"/>
            <p:cNvGrpSpPr/>
            <p:nvPr userDrawn="1"/>
          </p:nvGrpSpPr>
          <p:grpSpPr>
            <a:xfrm>
              <a:off x="2376164" y="121922"/>
              <a:ext cx="900000" cy="975016"/>
              <a:chOff x="577340" y="166428"/>
              <a:chExt cx="900000" cy="975016"/>
            </a:xfrm>
          </p:grpSpPr>
          <p:sp>
            <p:nvSpPr>
              <p:cNvPr id="4737" name="Rectangle 473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8" name="Rectangle 473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9" name="Rectangle 473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0" name="Rectangle 473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1" name="Rectangle 474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2" name="Rectangle 474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3" name="Rectangle 474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4" name="Rectangle 474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5" name="Rectangle 474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6" name="Rectangle 474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7" name="Rectangle 474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8" name="Rectangle 474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9" name="Rectangle 474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0" name="Rectangle 474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1" name="Rectangle 475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2" name="Rectangle 475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3" name="Rectangle 475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4" name="Rectangle 475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5" name="Rectangle 475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6" name="Rectangle 475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7" name="Rectangle 475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8" name="Rectangle 475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9" name="Rectangle 475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0" name="Rectangle 475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1" name="Rectangle 476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2" name="Rectangle 476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4763" name="Groupe 4762"/>
            <p:cNvGrpSpPr/>
            <p:nvPr userDrawn="1"/>
          </p:nvGrpSpPr>
          <p:grpSpPr>
            <a:xfrm>
              <a:off x="3275618" y="120959"/>
              <a:ext cx="900000" cy="975016"/>
              <a:chOff x="577340" y="166428"/>
              <a:chExt cx="900000" cy="975016"/>
            </a:xfrm>
          </p:grpSpPr>
          <p:sp>
            <p:nvSpPr>
              <p:cNvPr id="4764" name="Rectangle 476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5" name="Rectangle 476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6" name="Rectangle 476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7" name="Rectangle 476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8" name="Rectangle 476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9" name="Rectangle 476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0" name="Rectangle 476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1" name="Rectangle 477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2" name="Rectangle 477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3" name="Rectangle 477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4" name="Rectangle 477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5" name="Rectangle 477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6" name="Rectangle 477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7" name="Rectangle 477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8" name="Rectangle 477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9" name="Rectangle 477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0" name="Rectangle 477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1" name="Rectangle 478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2" name="Rectangle 478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3" name="Rectangle 478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4" name="Rectangle 478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5" name="Rectangle 478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6" name="Rectangle 478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7" name="Rectangle 478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8" name="Rectangle 478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9" name="Rectangle 478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4898" name="Groupe 4897"/>
            <p:cNvGrpSpPr/>
            <p:nvPr userDrawn="1"/>
          </p:nvGrpSpPr>
          <p:grpSpPr>
            <a:xfrm>
              <a:off x="4175198" y="121922"/>
              <a:ext cx="900000" cy="975016"/>
              <a:chOff x="577340" y="166428"/>
              <a:chExt cx="900000" cy="975016"/>
            </a:xfrm>
          </p:grpSpPr>
          <p:sp>
            <p:nvSpPr>
              <p:cNvPr id="4899" name="Rectangle 489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0" name="Rectangle 489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1" name="Rectangle 490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2" name="Rectangle 490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3" name="Rectangle 490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4" name="Rectangle 490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5" name="Rectangle 490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6" name="Rectangle 490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7" name="Rectangle 490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8" name="Rectangle 490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9" name="Rectangle 490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0" name="Rectangle 490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1" name="Rectangle 491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2" name="Rectangle 491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3" name="Rectangle 491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4" name="Rectangle 491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5" name="Rectangle 491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6" name="Rectangle 491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7" name="Rectangle 491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8" name="Rectangle 491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9" name="Rectangle 491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0" name="Rectangle 491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1" name="Rectangle 492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2" name="Rectangle 492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3" name="Rectangle 492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4" name="Rectangle 492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4925" name="Groupe 4924"/>
            <p:cNvGrpSpPr/>
            <p:nvPr userDrawn="1"/>
          </p:nvGrpSpPr>
          <p:grpSpPr>
            <a:xfrm>
              <a:off x="5074652" y="120959"/>
              <a:ext cx="900000" cy="975016"/>
              <a:chOff x="577340" y="166428"/>
              <a:chExt cx="900000" cy="975016"/>
            </a:xfrm>
          </p:grpSpPr>
          <p:sp>
            <p:nvSpPr>
              <p:cNvPr id="4926" name="Rectangle 4925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7" name="Rectangle 4926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8" name="Rectangle 4927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9" name="Rectangle 4928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0" name="Rectangle 4929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1" name="Rectangle 4930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2" name="Rectangle 4931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3" name="Rectangle 4932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4" name="Rectangle 4933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5" name="Rectangle 4934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6" name="Rectangle 4935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7" name="Rectangle 4936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8" name="Rectangle 4937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9" name="Rectangle 4938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0" name="Rectangle 4939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1" name="Rectangle 4940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2" name="Rectangle 4941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3" name="Rectangle 4942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4" name="Rectangle 4943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5" name="Rectangle 4944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6" name="Rectangle 4945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7" name="Rectangle 4946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8" name="Rectangle 4947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9" name="Rectangle 4948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0" name="Rectangle 4949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1" name="Rectangle 495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4952" name="Groupe 4951"/>
            <p:cNvGrpSpPr/>
            <p:nvPr userDrawn="1"/>
          </p:nvGrpSpPr>
          <p:grpSpPr>
            <a:xfrm>
              <a:off x="5974022" y="120959"/>
              <a:ext cx="900000" cy="975016"/>
              <a:chOff x="577340" y="166428"/>
              <a:chExt cx="900000" cy="975016"/>
            </a:xfrm>
          </p:grpSpPr>
          <p:sp>
            <p:nvSpPr>
              <p:cNvPr id="4953" name="Rectangle 495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4" name="Rectangle 495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5" name="Rectangle 495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6" name="Rectangle 495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7" name="Rectangle 495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8" name="Rectangle 495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9" name="Rectangle 495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0" name="Rectangle 495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1" name="Rectangle 496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2" name="Rectangle 496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3" name="Rectangle 496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4" name="Rectangle 496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5" name="Rectangle 496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6" name="Rectangle 496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7" name="Rectangle 496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8" name="Rectangle 496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9" name="Rectangle 496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0" name="Rectangle 496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1" name="Rectangle 497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2" name="Rectangle 497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3" name="Rectangle 497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4" name="Rectangle 497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5" name="Rectangle 497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6" name="Rectangle 497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7" name="Rectangle 497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8" name="Rectangle 497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4979" name="Groupe 4978"/>
            <p:cNvGrpSpPr/>
            <p:nvPr userDrawn="1"/>
          </p:nvGrpSpPr>
          <p:grpSpPr>
            <a:xfrm>
              <a:off x="6873476" y="119996"/>
              <a:ext cx="900000" cy="975016"/>
              <a:chOff x="577340" y="166428"/>
              <a:chExt cx="900000" cy="975016"/>
            </a:xfrm>
          </p:grpSpPr>
          <p:sp>
            <p:nvSpPr>
              <p:cNvPr id="4980" name="Rectangle 497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1" name="Rectangle 498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2" name="Rectangle 498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3" name="Rectangle 498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4" name="Rectangle 498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5" name="Rectangle 498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6" name="Rectangle 498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7" name="Rectangle 498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8" name="Rectangle 498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9" name="Rectangle 498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0" name="Rectangle 498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1" name="Rectangle 499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2" name="Rectangle 499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3" name="Rectangle 499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4" name="Rectangle 499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5" name="Rectangle 499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6" name="Rectangle 499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7" name="Rectangle 499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8" name="Rectangle 499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9" name="Rectangle 499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0" name="Rectangle 499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1" name="Rectangle 500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2" name="Rectangle 500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3" name="Rectangle 500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4" name="Rectangle 500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5" name="Rectangle 500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006" name="Groupe 5005"/>
            <p:cNvGrpSpPr/>
            <p:nvPr userDrawn="1"/>
          </p:nvGrpSpPr>
          <p:grpSpPr>
            <a:xfrm>
              <a:off x="7772552" y="119996"/>
              <a:ext cx="900000" cy="975016"/>
              <a:chOff x="577340" y="166428"/>
              <a:chExt cx="900000" cy="975016"/>
            </a:xfrm>
          </p:grpSpPr>
          <p:sp>
            <p:nvSpPr>
              <p:cNvPr id="5007" name="Rectangle 500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8" name="Rectangle 500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9" name="Rectangle 500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0" name="Rectangle 500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1" name="Rectangle 501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2" name="Rectangle 501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3" name="Rectangle 501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4" name="Rectangle 501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5" name="Rectangle 501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6" name="Rectangle 501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7" name="Rectangle 501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8" name="Rectangle 501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9" name="Rectangle 501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0" name="Rectangle 501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1" name="Rectangle 502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2" name="Rectangle 502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3" name="Rectangle 502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4" name="Rectangle 502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5" name="Rectangle 502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6" name="Rectangle 502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7" name="Rectangle 502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8" name="Rectangle 502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9" name="Rectangle 502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0" name="Rectangle 502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1" name="Rectangle 503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2" name="Rectangle 503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033" name="Groupe 5032"/>
            <p:cNvGrpSpPr/>
            <p:nvPr userDrawn="1"/>
          </p:nvGrpSpPr>
          <p:grpSpPr>
            <a:xfrm>
              <a:off x="8672006" y="119033"/>
              <a:ext cx="900000" cy="975016"/>
              <a:chOff x="577340" y="166428"/>
              <a:chExt cx="900000" cy="975016"/>
            </a:xfrm>
          </p:grpSpPr>
          <p:sp>
            <p:nvSpPr>
              <p:cNvPr id="5034" name="Rectangle 503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5" name="Rectangle 503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6" name="Rectangle 503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7" name="Rectangle 503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8" name="Rectangle 503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9" name="Rectangle 503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0" name="Rectangle 503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1" name="Rectangle 504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2" name="Rectangle 504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3" name="Rectangle 504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4" name="Rectangle 504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5" name="Rectangle 504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6" name="Rectangle 504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7" name="Rectangle 504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8" name="Rectangle 504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9" name="Rectangle 504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0" name="Rectangle 504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1" name="Rectangle 505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2" name="Rectangle 505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3" name="Rectangle 505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4" name="Rectangle 505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5" name="Rectangle 505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6" name="Rectangle 505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7" name="Rectangle 505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8" name="Rectangle 505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9" name="Rectangle 505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060" name="Groupe 5059"/>
            <p:cNvGrpSpPr/>
            <p:nvPr userDrawn="1"/>
          </p:nvGrpSpPr>
          <p:grpSpPr>
            <a:xfrm>
              <a:off x="9571376" y="119033"/>
              <a:ext cx="900000" cy="975016"/>
              <a:chOff x="577340" y="166428"/>
              <a:chExt cx="900000" cy="975016"/>
            </a:xfrm>
          </p:grpSpPr>
          <p:sp>
            <p:nvSpPr>
              <p:cNvPr id="5061" name="Rectangle 5060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2" name="Rectangle 5061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3" name="Rectangle 5062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4" name="Rectangle 5063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5" name="Rectangle 5064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6" name="Rectangle 5065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7" name="Rectangle 5066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8" name="Rectangle 5067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9" name="Rectangle 5068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0" name="Rectangle 5069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1" name="Rectangle 5070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2" name="Rectangle 5071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3" name="Rectangle 5072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4" name="Rectangle 5073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5" name="Rectangle 5074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6" name="Rectangle 5075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7" name="Rectangle 5076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8" name="Rectangle 5077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9" name="Rectangle 5078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0" name="Rectangle 5079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1" name="Rectangle 5080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2" name="Rectangle 5081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3" name="Rectangle 5082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4" name="Rectangle 5083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5" name="Rectangle 5084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6" name="Rectangle 5085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087" name="Groupe 5086"/>
            <p:cNvGrpSpPr/>
            <p:nvPr userDrawn="1"/>
          </p:nvGrpSpPr>
          <p:grpSpPr>
            <a:xfrm>
              <a:off x="10470830" y="118070"/>
              <a:ext cx="900000" cy="975016"/>
              <a:chOff x="577340" y="166428"/>
              <a:chExt cx="900000" cy="975016"/>
            </a:xfrm>
          </p:grpSpPr>
          <p:sp>
            <p:nvSpPr>
              <p:cNvPr id="5088" name="Rectangle 5087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9" name="Rectangle 5088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0" name="Rectangle 5089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1" name="Rectangle 5090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2" name="Rectangle 5091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3" name="Rectangle 5092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4" name="Rectangle 5093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5" name="Rectangle 5094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6" name="Rectangle 5095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7" name="Rectangle 5096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8" name="Rectangle 5097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9" name="Rectangle 5098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0" name="Rectangle 5099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1" name="Rectangle 5100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2" name="Rectangle 5101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3" name="Rectangle 5102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4" name="Rectangle 5103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5" name="Rectangle 5104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6" name="Rectangle 5105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7" name="Rectangle 5106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8" name="Rectangle 5107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9" name="Rectangle 5108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10" name="Rectangle 5109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11" name="Rectangle 5110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12" name="Rectangle 5111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13" name="Rectangle 5112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</p:grpSp>
      <p:grpSp>
        <p:nvGrpSpPr>
          <p:cNvPr id="5114" name="Groupe 5113"/>
          <p:cNvGrpSpPr/>
          <p:nvPr userDrawn="1"/>
        </p:nvGrpSpPr>
        <p:grpSpPr>
          <a:xfrm>
            <a:off x="778021" y="1190492"/>
            <a:ext cx="10793490" cy="900000"/>
            <a:chOff x="577340" y="118070"/>
            <a:chExt cx="10793490" cy="979831"/>
          </a:xfrm>
        </p:grpSpPr>
        <p:grpSp>
          <p:nvGrpSpPr>
            <p:cNvPr id="5115" name="Groupe 5114"/>
            <p:cNvGrpSpPr/>
            <p:nvPr userDrawn="1"/>
          </p:nvGrpSpPr>
          <p:grpSpPr>
            <a:xfrm>
              <a:off x="577340" y="122885"/>
              <a:ext cx="900000" cy="975016"/>
              <a:chOff x="577340" y="166428"/>
              <a:chExt cx="900000" cy="975016"/>
            </a:xfrm>
          </p:grpSpPr>
          <p:sp>
            <p:nvSpPr>
              <p:cNvPr id="5413" name="Rectangle 541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4" name="Rectangle 541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5" name="Rectangle 541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6" name="Rectangle 541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7" name="Rectangle 541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8" name="Rectangle 541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9" name="Rectangle 541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0" name="Rectangle 541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1" name="Rectangle 542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2" name="Rectangle 542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3" name="Rectangle 542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4" name="Rectangle 542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5" name="Rectangle 542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6" name="Rectangle 542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7" name="Rectangle 542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8" name="Rectangle 542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9" name="Rectangle 542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0" name="Rectangle 542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1" name="Rectangle 543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2" name="Rectangle 543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3" name="Rectangle 543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4" name="Rectangle 543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5" name="Rectangle 543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6" name="Rectangle 543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7" name="Rectangle 543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8" name="Rectangle 543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16" name="Groupe 5115"/>
            <p:cNvGrpSpPr/>
            <p:nvPr userDrawn="1"/>
          </p:nvGrpSpPr>
          <p:grpSpPr>
            <a:xfrm>
              <a:off x="1476794" y="121922"/>
              <a:ext cx="900000" cy="975016"/>
              <a:chOff x="577340" y="166428"/>
              <a:chExt cx="900000" cy="975016"/>
            </a:xfrm>
          </p:grpSpPr>
          <p:sp>
            <p:nvSpPr>
              <p:cNvPr id="5387" name="Rectangle 538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8" name="Rectangle 538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9" name="Rectangle 538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0" name="Rectangle 538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1" name="Rectangle 539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2" name="Rectangle 539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3" name="Rectangle 539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4" name="Rectangle 539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5" name="Rectangle 539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6" name="Rectangle 539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7" name="Rectangle 539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8" name="Rectangle 539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9" name="Rectangle 539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0" name="Rectangle 539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1" name="Rectangle 540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2" name="Rectangle 540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3" name="Rectangle 540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4" name="Rectangle 540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5" name="Rectangle 540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6" name="Rectangle 540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7" name="Rectangle 540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8" name="Rectangle 540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9" name="Rectangle 540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0" name="Rectangle 540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1" name="Rectangle 541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2" name="Rectangle 541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17" name="Groupe 5116"/>
            <p:cNvGrpSpPr/>
            <p:nvPr userDrawn="1"/>
          </p:nvGrpSpPr>
          <p:grpSpPr>
            <a:xfrm>
              <a:off x="2376164" y="121922"/>
              <a:ext cx="900000" cy="975016"/>
              <a:chOff x="577340" y="166428"/>
              <a:chExt cx="900000" cy="975016"/>
            </a:xfrm>
          </p:grpSpPr>
          <p:sp>
            <p:nvSpPr>
              <p:cNvPr id="5361" name="Rectangle 5360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2" name="Rectangle 5361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3" name="Rectangle 5362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4" name="Rectangle 5363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5" name="Rectangle 5364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6" name="Rectangle 5365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7" name="Rectangle 5366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8" name="Rectangle 5367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9" name="Rectangle 5368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0" name="Rectangle 5369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1" name="Rectangle 5370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2" name="Rectangle 5371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3" name="Rectangle 5372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4" name="Rectangle 5373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5" name="Rectangle 5374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6" name="Rectangle 5375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7" name="Rectangle 5376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8" name="Rectangle 5377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9" name="Rectangle 5378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0" name="Rectangle 5379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1" name="Rectangle 5380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2" name="Rectangle 5381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3" name="Rectangle 5382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4" name="Rectangle 5383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5" name="Rectangle 5384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6" name="Rectangle 5385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18" name="Groupe 5117"/>
            <p:cNvGrpSpPr/>
            <p:nvPr userDrawn="1"/>
          </p:nvGrpSpPr>
          <p:grpSpPr>
            <a:xfrm>
              <a:off x="3275618" y="120959"/>
              <a:ext cx="900000" cy="975016"/>
              <a:chOff x="577340" y="166428"/>
              <a:chExt cx="900000" cy="975016"/>
            </a:xfrm>
          </p:grpSpPr>
          <p:sp>
            <p:nvSpPr>
              <p:cNvPr id="5335" name="Rectangle 533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6" name="Rectangle 533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7" name="Rectangle 533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8" name="Rectangle 533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9" name="Rectangle 533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0" name="Rectangle 533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1" name="Rectangle 534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2" name="Rectangle 534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3" name="Rectangle 534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4" name="Rectangle 534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5" name="Rectangle 534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6" name="Rectangle 534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7" name="Rectangle 534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8" name="Rectangle 534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9" name="Rectangle 534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0" name="Rectangle 534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1" name="Rectangle 535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2" name="Rectangle 535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3" name="Rectangle 535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4" name="Rectangle 535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5" name="Rectangle 535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6" name="Rectangle 535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7" name="Rectangle 535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8" name="Rectangle 535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9" name="Rectangle 535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0" name="Rectangle 535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19" name="Groupe 5118"/>
            <p:cNvGrpSpPr/>
            <p:nvPr userDrawn="1"/>
          </p:nvGrpSpPr>
          <p:grpSpPr>
            <a:xfrm>
              <a:off x="4175198" y="121922"/>
              <a:ext cx="900000" cy="975016"/>
              <a:chOff x="577340" y="166428"/>
              <a:chExt cx="900000" cy="975016"/>
            </a:xfrm>
          </p:grpSpPr>
          <p:sp>
            <p:nvSpPr>
              <p:cNvPr id="5309" name="Rectangle 530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0" name="Rectangle 530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1" name="Rectangle 531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2" name="Rectangle 531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3" name="Rectangle 531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4" name="Rectangle 531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5" name="Rectangle 531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6" name="Rectangle 531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7" name="Rectangle 531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8" name="Rectangle 531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9" name="Rectangle 531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0" name="Rectangle 531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1" name="Rectangle 532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2" name="Rectangle 532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3" name="Rectangle 532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4" name="Rectangle 532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5" name="Rectangle 532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6" name="Rectangle 532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7" name="Rectangle 532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8" name="Rectangle 532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9" name="Rectangle 532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0" name="Rectangle 532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1" name="Rectangle 533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2" name="Rectangle 533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3" name="Rectangle 533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4" name="Rectangle 533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20" name="Groupe 5119"/>
            <p:cNvGrpSpPr/>
            <p:nvPr userDrawn="1"/>
          </p:nvGrpSpPr>
          <p:grpSpPr>
            <a:xfrm>
              <a:off x="5074652" y="120959"/>
              <a:ext cx="900000" cy="975016"/>
              <a:chOff x="577340" y="166428"/>
              <a:chExt cx="900000" cy="975016"/>
            </a:xfrm>
          </p:grpSpPr>
          <p:sp>
            <p:nvSpPr>
              <p:cNvPr id="5283" name="Rectangle 528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4" name="Rectangle 528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5" name="Rectangle 528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6" name="Rectangle 528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7" name="Rectangle 528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8" name="Rectangle 528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9" name="Rectangle 528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0" name="Rectangle 528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1" name="Rectangle 529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2" name="Rectangle 529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3" name="Rectangle 529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4" name="Rectangle 529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5" name="Rectangle 529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6" name="Rectangle 529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7" name="Rectangle 529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8" name="Rectangle 529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9" name="Rectangle 529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0" name="Rectangle 529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1" name="Rectangle 530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2" name="Rectangle 530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3" name="Rectangle 530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4" name="Rectangle 530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5" name="Rectangle 530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6" name="Rectangle 530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7" name="Rectangle 530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8" name="Rectangle 530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21" name="Groupe 5120"/>
            <p:cNvGrpSpPr/>
            <p:nvPr userDrawn="1"/>
          </p:nvGrpSpPr>
          <p:grpSpPr>
            <a:xfrm>
              <a:off x="5974022" y="120959"/>
              <a:ext cx="900000" cy="975016"/>
              <a:chOff x="577340" y="166428"/>
              <a:chExt cx="900000" cy="975016"/>
            </a:xfrm>
          </p:grpSpPr>
          <p:sp>
            <p:nvSpPr>
              <p:cNvPr id="5257" name="Rectangle 525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8" name="Rectangle 525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9" name="Rectangle 525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0" name="Rectangle 525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1" name="Rectangle 526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2" name="Rectangle 526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3" name="Rectangle 526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4" name="Rectangle 526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5" name="Rectangle 526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6" name="Rectangle 526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7" name="Rectangle 526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8" name="Rectangle 526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9" name="Rectangle 526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0" name="Rectangle 526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1" name="Rectangle 527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2" name="Rectangle 527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3" name="Rectangle 527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4" name="Rectangle 527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5" name="Rectangle 527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6" name="Rectangle 527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7" name="Rectangle 527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8" name="Rectangle 527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9" name="Rectangle 527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0" name="Rectangle 527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1" name="Rectangle 528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2" name="Rectangle 528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22" name="Groupe 5121"/>
            <p:cNvGrpSpPr/>
            <p:nvPr userDrawn="1"/>
          </p:nvGrpSpPr>
          <p:grpSpPr>
            <a:xfrm>
              <a:off x="6873476" y="119996"/>
              <a:ext cx="900000" cy="975016"/>
              <a:chOff x="577340" y="166428"/>
              <a:chExt cx="900000" cy="975016"/>
            </a:xfrm>
          </p:grpSpPr>
          <p:sp>
            <p:nvSpPr>
              <p:cNvPr id="5231" name="Rectangle 5230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2" name="Rectangle 5231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3" name="Rectangle 5232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4" name="Rectangle 5233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5" name="Rectangle 5234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6" name="Rectangle 5235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7" name="Rectangle 5236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8" name="Rectangle 5237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9" name="Rectangle 5238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0" name="Rectangle 5239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1" name="Rectangle 5240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2" name="Rectangle 5241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3" name="Rectangle 5242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4" name="Rectangle 5243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5" name="Rectangle 5244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6" name="Rectangle 5245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7" name="Rectangle 5246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8" name="Rectangle 5247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9" name="Rectangle 5248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0" name="Rectangle 5249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1" name="Rectangle 5250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2" name="Rectangle 5251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3" name="Rectangle 5252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4" name="Rectangle 5253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5" name="Rectangle 5254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6" name="Rectangle 5255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23" name="Groupe 5122"/>
            <p:cNvGrpSpPr/>
            <p:nvPr userDrawn="1"/>
          </p:nvGrpSpPr>
          <p:grpSpPr>
            <a:xfrm>
              <a:off x="7772552" y="119996"/>
              <a:ext cx="900000" cy="975016"/>
              <a:chOff x="577340" y="166428"/>
              <a:chExt cx="900000" cy="975016"/>
            </a:xfrm>
          </p:grpSpPr>
          <p:sp>
            <p:nvSpPr>
              <p:cNvPr id="5205" name="Rectangle 520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6" name="Rectangle 520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7" name="Rectangle 520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8" name="Rectangle 520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9" name="Rectangle 520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0" name="Rectangle 520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1" name="Rectangle 521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2" name="Rectangle 521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3" name="Rectangle 521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4" name="Rectangle 521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5" name="Rectangle 521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6" name="Rectangle 521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7" name="Rectangle 521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8" name="Rectangle 521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9" name="Rectangle 521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0" name="Rectangle 521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1" name="Rectangle 522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2" name="Rectangle 522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3" name="Rectangle 522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4" name="Rectangle 522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5" name="Rectangle 522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6" name="Rectangle 522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7" name="Rectangle 522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8" name="Rectangle 522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9" name="Rectangle 522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0" name="Rectangle 522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24" name="Groupe 5123"/>
            <p:cNvGrpSpPr/>
            <p:nvPr userDrawn="1"/>
          </p:nvGrpSpPr>
          <p:grpSpPr>
            <a:xfrm>
              <a:off x="8672006" y="119033"/>
              <a:ext cx="900000" cy="975016"/>
              <a:chOff x="577340" y="166428"/>
              <a:chExt cx="900000" cy="975016"/>
            </a:xfrm>
          </p:grpSpPr>
          <p:sp>
            <p:nvSpPr>
              <p:cNvPr id="5179" name="Rectangle 517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0" name="Rectangle 517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1" name="Rectangle 518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2" name="Rectangle 518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3" name="Rectangle 518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4" name="Rectangle 518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5" name="Rectangle 518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6" name="Rectangle 518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7" name="Rectangle 518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8" name="Rectangle 518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9" name="Rectangle 518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0" name="Rectangle 518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1" name="Rectangle 519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2" name="Rectangle 519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3" name="Rectangle 519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4" name="Rectangle 519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5" name="Rectangle 519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6" name="Rectangle 519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7" name="Rectangle 519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8" name="Rectangle 519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9" name="Rectangle 519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0" name="Rectangle 519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1" name="Rectangle 520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2" name="Rectangle 520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3" name="Rectangle 520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4" name="Rectangle 520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25" name="Groupe 5124"/>
            <p:cNvGrpSpPr/>
            <p:nvPr userDrawn="1"/>
          </p:nvGrpSpPr>
          <p:grpSpPr>
            <a:xfrm>
              <a:off x="9571376" y="119033"/>
              <a:ext cx="900000" cy="975016"/>
              <a:chOff x="577340" y="166428"/>
              <a:chExt cx="900000" cy="975016"/>
            </a:xfrm>
          </p:grpSpPr>
          <p:sp>
            <p:nvSpPr>
              <p:cNvPr id="5153" name="Rectangle 515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4" name="Rectangle 515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5" name="Rectangle 515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6" name="Rectangle 515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7" name="Rectangle 515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8" name="Rectangle 515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9" name="Rectangle 515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0" name="Rectangle 515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1" name="Rectangle 516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2" name="Rectangle 516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3" name="Rectangle 516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4" name="Rectangle 516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5" name="Rectangle 516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6" name="Rectangle 516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7" name="Rectangle 516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8" name="Rectangle 516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9" name="Rectangle 516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0" name="Rectangle 516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1" name="Rectangle 517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2" name="Rectangle 517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3" name="Rectangle 517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4" name="Rectangle 517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5" name="Rectangle 517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6" name="Rectangle 517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7" name="Rectangle 517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8" name="Rectangle 517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26" name="Groupe 5125"/>
            <p:cNvGrpSpPr/>
            <p:nvPr userDrawn="1"/>
          </p:nvGrpSpPr>
          <p:grpSpPr>
            <a:xfrm>
              <a:off x="10470830" y="118070"/>
              <a:ext cx="900000" cy="975016"/>
              <a:chOff x="577340" y="166428"/>
              <a:chExt cx="900000" cy="975016"/>
            </a:xfrm>
          </p:grpSpPr>
          <p:sp>
            <p:nvSpPr>
              <p:cNvPr id="5127" name="Rectangle 512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28" name="Rectangle 512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29" name="Rectangle 512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0" name="Rectangle 512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1" name="Rectangle 513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2" name="Rectangle 513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3" name="Rectangle 513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4" name="Rectangle 513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5" name="Rectangle 513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6" name="Rectangle 513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7" name="Rectangle 513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8" name="Rectangle 513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9" name="Rectangle 513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0" name="Rectangle 513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1" name="Rectangle 514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2" name="Rectangle 514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3" name="Rectangle 514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4" name="Rectangle 514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5" name="Rectangle 514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6" name="Rectangle 514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7" name="Rectangle 514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8" name="Rectangle 514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9" name="Rectangle 514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0" name="Rectangle 514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1" name="Rectangle 515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2" name="Rectangle 515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</p:grpSp>
      <p:cxnSp>
        <p:nvCxnSpPr>
          <p:cNvPr id="6" name="Connecteur droit 5"/>
          <p:cNvCxnSpPr/>
          <p:nvPr userDrawn="1"/>
        </p:nvCxnSpPr>
        <p:spPr>
          <a:xfrm>
            <a:off x="6174766" y="0"/>
            <a:ext cx="0" cy="14224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91" name="Groupe 7090"/>
          <p:cNvGrpSpPr/>
          <p:nvPr userDrawn="1"/>
        </p:nvGrpSpPr>
        <p:grpSpPr>
          <a:xfrm>
            <a:off x="778021" y="2090491"/>
            <a:ext cx="10793490" cy="900000"/>
            <a:chOff x="577340" y="118070"/>
            <a:chExt cx="10793490" cy="979831"/>
          </a:xfrm>
        </p:grpSpPr>
        <p:grpSp>
          <p:nvGrpSpPr>
            <p:cNvPr id="7092" name="Groupe 7091"/>
            <p:cNvGrpSpPr/>
            <p:nvPr userDrawn="1"/>
          </p:nvGrpSpPr>
          <p:grpSpPr>
            <a:xfrm>
              <a:off x="577340" y="122885"/>
              <a:ext cx="900000" cy="975016"/>
              <a:chOff x="577340" y="166428"/>
              <a:chExt cx="900000" cy="975016"/>
            </a:xfrm>
          </p:grpSpPr>
          <p:sp>
            <p:nvSpPr>
              <p:cNvPr id="7390" name="Rectangle 738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1" name="Rectangle 739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2" name="Rectangle 739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3" name="Rectangle 739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4" name="Rectangle 739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5" name="Rectangle 739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6" name="Rectangle 739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7" name="Rectangle 739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8" name="Rectangle 739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9" name="Rectangle 739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0" name="Rectangle 739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1" name="Rectangle 740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2" name="Rectangle 740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3" name="Rectangle 740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4" name="Rectangle 740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5" name="Rectangle 740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6" name="Rectangle 740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7" name="Rectangle 740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8" name="Rectangle 740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9" name="Rectangle 740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10" name="Rectangle 740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11" name="Rectangle 741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12" name="Rectangle 741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13" name="Rectangle 741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14" name="Rectangle 741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15" name="Rectangle 741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093" name="Groupe 7092"/>
            <p:cNvGrpSpPr/>
            <p:nvPr userDrawn="1"/>
          </p:nvGrpSpPr>
          <p:grpSpPr>
            <a:xfrm>
              <a:off x="1476794" y="121922"/>
              <a:ext cx="900000" cy="975016"/>
              <a:chOff x="577340" y="166428"/>
              <a:chExt cx="900000" cy="975016"/>
            </a:xfrm>
          </p:grpSpPr>
          <p:sp>
            <p:nvSpPr>
              <p:cNvPr id="7364" name="Rectangle 736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5" name="Rectangle 736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6" name="Rectangle 736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7" name="Rectangle 736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8" name="Rectangle 736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9" name="Rectangle 736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0" name="Rectangle 736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1" name="Rectangle 737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2" name="Rectangle 737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3" name="Rectangle 737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4" name="Rectangle 737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5" name="Rectangle 737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6" name="Rectangle 737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7" name="Rectangle 737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8" name="Rectangle 737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9" name="Rectangle 737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0" name="Rectangle 737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1" name="Rectangle 738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2" name="Rectangle 738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3" name="Rectangle 738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4" name="Rectangle 738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5" name="Rectangle 738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6" name="Rectangle 738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7" name="Rectangle 738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8" name="Rectangle 738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9" name="Rectangle 738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094" name="Groupe 7093"/>
            <p:cNvGrpSpPr/>
            <p:nvPr userDrawn="1"/>
          </p:nvGrpSpPr>
          <p:grpSpPr>
            <a:xfrm>
              <a:off x="2376164" y="121922"/>
              <a:ext cx="900000" cy="975016"/>
              <a:chOff x="577340" y="166428"/>
              <a:chExt cx="900000" cy="975016"/>
            </a:xfrm>
          </p:grpSpPr>
          <p:sp>
            <p:nvSpPr>
              <p:cNvPr id="7338" name="Rectangle 7337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9" name="Rectangle 7338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0" name="Rectangle 7339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1" name="Rectangle 7340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2" name="Rectangle 7341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3" name="Rectangle 7342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4" name="Rectangle 7343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5" name="Rectangle 7344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6" name="Rectangle 7345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7" name="Rectangle 7346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8" name="Rectangle 7347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9" name="Rectangle 7348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0" name="Rectangle 7349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1" name="Rectangle 7350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2" name="Rectangle 7351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3" name="Rectangle 7352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4" name="Rectangle 7353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5" name="Rectangle 7354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6" name="Rectangle 7355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7" name="Rectangle 7356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8" name="Rectangle 7357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9" name="Rectangle 7358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0" name="Rectangle 7359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1" name="Rectangle 7360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2" name="Rectangle 7361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3" name="Rectangle 7362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095" name="Groupe 7094"/>
            <p:cNvGrpSpPr/>
            <p:nvPr userDrawn="1"/>
          </p:nvGrpSpPr>
          <p:grpSpPr>
            <a:xfrm>
              <a:off x="3275618" y="120959"/>
              <a:ext cx="900000" cy="975016"/>
              <a:chOff x="577340" y="166428"/>
              <a:chExt cx="900000" cy="975016"/>
            </a:xfrm>
          </p:grpSpPr>
          <p:sp>
            <p:nvSpPr>
              <p:cNvPr id="7312" name="Rectangle 7311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3" name="Rectangle 7312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4" name="Rectangle 7313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5" name="Rectangle 7314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6" name="Rectangle 7315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7" name="Rectangle 7316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8" name="Rectangle 7317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9" name="Rectangle 7318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0" name="Rectangle 7319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1" name="Rectangle 7320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2" name="Rectangle 7321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3" name="Rectangle 7322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4" name="Rectangle 7323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5" name="Rectangle 7324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6" name="Rectangle 7325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7" name="Rectangle 7326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8" name="Rectangle 7327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9" name="Rectangle 7328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0" name="Rectangle 7329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1" name="Rectangle 7330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2" name="Rectangle 7331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3" name="Rectangle 7332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4" name="Rectangle 7333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5" name="Rectangle 7334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6" name="Rectangle 7335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7" name="Rectangle 7336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096" name="Groupe 7095"/>
            <p:cNvGrpSpPr/>
            <p:nvPr userDrawn="1"/>
          </p:nvGrpSpPr>
          <p:grpSpPr>
            <a:xfrm>
              <a:off x="4175198" y="121922"/>
              <a:ext cx="900000" cy="975016"/>
              <a:chOff x="577340" y="166428"/>
              <a:chExt cx="900000" cy="975016"/>
            </a:xfrm>
          </p:grpSpPr>
          <p:sp>
            <p:nvSpPr>
              <p:cNvPr id="7286" name="Rectangle 7285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7" name="Rectangle 7286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8" name="Rectangle 7287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9" name="Rectangle 7288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0" name="Rectangle 7289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1" name="Rectangle 7290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2" name="Rectangle 7291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3" name="Rectangle 7292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4" name="Rectangle 7293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5" name="Rectangle 7294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6" name="Rectangle 7295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7" name="Rectangle 7296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8" name="Rectangle 7297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9" name="Rectangle 7298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0" name="Rectangle 7299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1" name="Rectangle 7300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2" name="Rectangle 7301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3" name="Rectangle 7302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4" name="Rectangle 7303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5" name="Rectangle 7304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6" name="Rectangle 7305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7" name="Rectangle 7306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8" name="Rectangle 7307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9" name="Rectangle 7308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0" name="Rectangle 7309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1" name="Rectangle 731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097" name="Groupe 7096"/>
            <p:cNvGrpSpPr/>
            <p:nvPr userDrawn="1"/>
          </p:nvGrpSpPr>
          <p:grpSpPr>
            <a:xfrm>
              <a:off x="5074652" y="120959"/>
              <a:ext cx="900000" cy="975016"/>
              <a:chOff x="577340" y="166428"/>
              <a:chExt cx="900000" cy="975016"/>
            </a:xfrm>
          </p:grpSpPr>
          <p:sp>
            <p:nvSpPr>
              <p:cNvPr id="7260" name="Rectangle 725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1" name="Rectangle 726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2" name="Rectangle 726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3" name="Rectangle 726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4" name="Rectangle 726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5" name="Rectangle 726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6" name="Rectangle 726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7" name="Rectangle 726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8" name="Rectangle 726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9" name="Rectangle 726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0" name="Rectangle 726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1" name="Rectangle 727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2" name="Rectangle 727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3" name="Rectangle 727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4" name="Rectangle 727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5" name="Rectangle 727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6" name="Rectangle 727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7" name="Rectangle 727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8" name="Rectangle 727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9" name="Rectangle 727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0" name="Rectangle 727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1" name="Rectangle 728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2" name="Rectangle 728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3" name="Rectangle 728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4" name="Rectangle 728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5" name="Rectangle 728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098" name="Groupe 7097"/>
            <p:cNvGrpSpPr/>
            <p:nvPr userDrawn="1"/>
          </p:nvGrpSpPr>
          <p:grpSpPr>
            <a:xfrm>
              <a:off x="5974022" y="120959"/>
              <a:ext cx="900000" cy="975016"/>
              <a:chOff x="577340" y="166428"/>
              <a:chExt cx="900000" cy="975016"/>
            </a:xfrm>
          </p:grpSpPr>
          <p:sp>
            <p:nvSpPr>
              <p:cNvPr id="7234" name="Rectangle 723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5" name="Rectangle 723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6" name="Rectangle 723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7" name="Rectangle 723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8" name="Rectangle 723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9" name="Rectangle 723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0" name="Rectangle 723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1" name="Rectangle 724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2" name="Rectangle 724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3" name="Rectangle 724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4" name="Rectangle 724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5" name="Rectangle 724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6" name="Rectangle 724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7" name="Rectangle 724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8" name="Rectangle 724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9" name="Rectangle 724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0" name="Rectangle 724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1" name="Rectangle 725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2" name="Rectangle 725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3" name="Rectangle 725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4" name="Rectangle 725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5" name="Rectangle 725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6" name="Rectangle 725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7" name="Rectangle 725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8" name="Rectangle 725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9" name="Rectangle 725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099" name="Groupe 7098"/>
            <p:cNvGrpSpPr/>
            <p:nvPr userDrawn="1"/>
          </p:nvGrpSpPr>
          <p:grpSpPr>
            <a:xfrm>
              <a:off x="6873476" y="119996"/>
              <a:ext cx="900000" cy="975016"/>
              <a:chOff x="577340" y="166428"/>
              <a:chExt cx="900000" cy="975016"/>
            </a:xfrm>
          </p:grpSpPr>
          <p:sp>
            <p:nvSpPr>
              <p:cNvPr id="7208" name="Rectangle 7207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9" name="Rectangle 7208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0" name="Rectangle 7209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1" name="Rectangle 7210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2" name="Rectangle 7211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3" name="Rectangle 7212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4" name="Rectangle 7213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5" name="Rectangle 7214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6" name="Rectangle 7215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7" name="Rectangle 7216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8" name="Rectangle 7217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9" name="Rectangle 7218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0" name="Rectangle 7219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1" name="Rectangle 7220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2" name="Rectangle 7221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3" name="Rectangle 7222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4" name="Rectangle 7223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5" name="Rectangle 7224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6" name="Rectangle 7225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7" name="Rectangle 7226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8" name="Rectangle 7227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9" name="Rectangle 7228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0" name="Rectangle 7229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1" name="Rectangle 7230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2" name="Rectangle 7231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3" name="Rectangle 7232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100" name="Groupe 7099"/>
            <p:cNvGrpSpPr/>
            <p:nvPr userDrawn="1"/>
          </p:nvGrpSpPr>
          <p:grpSpPr>
            <a:xfrm>
              <a:off x="7772552" y="119996"/>
              <a:ext cx="900000" cy="975016"/>
              <a:chOff x="577340" y="166428"/>
              <a:chExt cx="900000" cy="975016"/>
            </a:xfrm>
          </p:grpSpPr>
          <p:sp>
            <p:nvSpPr>
              <p:cNvPr id="7182" name="Rectangle 7181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3" name="Rectangle 7182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4" name="Rectangle 7183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5" name="Rectangle 7184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6" name="Rectangle 7185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7" name="Rectangle 7186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8" name="Rectangle 7187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9" name="Rectangle 7188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0" name="Rectangle 7189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1" name="Rectangle 7190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2" name="Rectangle 7191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3" name="Rectangle 7192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4" name="Rectangle 7193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5" name="Rectangle 7194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6" name="Rectangle 7195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7" name="Rectangle 7196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8" name="Rectangle 7197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9" name="Rectangle 7198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0" name="Rectangle 7199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1" name="Rectangle 7200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2" name="Rectangle 7201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3" name="Rectangle 7202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4" name="Rectangle 7203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5" name="Rectangle 7204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6" name="Rectangle 7205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7" name="Rectangle 7206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101" name="Groupe 7100"/>
            <p:cNvGrpSpPr/>
            <p:nvPr userDrawn="1"/>
          </p:nvGrpSpPr>
          <p:grpSpPr>
            <a:xfrm>
              <a:off x="8672006" y="119033"/>
              <a:ext cx="900000" cy="975016"/>
              <a:chOff x="577340" y="166428"/>
              <a:chExt cx="900000" cy="975016"/>
            </a:xfrm>
          </p:grpSpPr>
          <p:sp>
            <p:nvSpPr>
              <p:cNvPr id="7156" name="Rectangle 7155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7" name="Rectangle 7156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8" name="Rectangle 7157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9" name="Rectangle 7158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0" name="Rectangle 7159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1" name="Rectangle 7160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2" name="Rectangle 7161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3" name="Rectangle 7162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4" name="Rectangle 7163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5" name="Rectangle 7164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6" name="Rectangle 7165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7" name="Rectangle 7166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8" name="Rectangle 7167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9" name="Rectangle 7168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0" name="Rectangle 7169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1" name="Rectangle 7170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2" name="Rectangle 7171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3" name="Rectangle 7172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4" name="Rectangle 7173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5" name="Rectangle 7174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6" name="Rectangle 7175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7" name="Rectangle 7176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8" name="Rectangle 7177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9" name="Rectangle 7178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0" name="Rectangle 7179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1" name="Rectangle 718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102" name="Groupe 7101"/>
            <p:cNvGrpSpPr/>
            <p:nvPr userDrawn="1"/>
          </p:nvGrpSpPr>
          <p:grpSpPr>
            <a:xfrm>
              <a:off x="9571376" y="119033"/>
              <a:ext cx="900000" cy="975016"/>
              <a:chOff x="577340" y="166428"/>
              <a:chExt cx="900000" cy="975016"/>
            </a:xfrm>
          </p:grpSpPr>
          <p:sp>
            <p:nvSpPr>
              <p:cNvPr id="7130" name="Rectangle 712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1" name="Rectangle 713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2" name="Rectangle 713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3" name="Rectangle 713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4" name="Rectangle 713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5" name="Rectangle 713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6" name="Rectangle 713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7" name="Rectangle 713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8" name="Rectangle 713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9" name="Rectangle 713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0" name="Rectangle 713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1" name="Rectangle 714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2" name="Rectangle 714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3" name="Rectangle 714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4" name="Rectangle 714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5" name="Rectangle 714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6" name="Rectangle 714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7" name="Rectangle 714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8" name="Rectangle 714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9" name="Rectangle 714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0" name="Rectangle 714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1" name="Rectangle 715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2" name="Rectangle 715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3" name="Rectangle 715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4" name="Rectangle 715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5" name="Rectangle 715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103" name="Groupe 7102"/>
            <p:cNvGrpSpPr/>
            <p:nvPr userDrawn="1"/>
          </p:nvGrpSpPr>
          <p:grpSpPr>
            <a:xfrm>
              <a:off x="10470830" y="118070"/>
              <a:ext cx="900000" cy="975016"/>
              <a:chOff x="577340" y="166428"/>
              <a:chExt cx="900000" cy="975016"/>
            </a:xfrm>
          </p:grpSpPr>
          <p:sp>
            <p:nvSpPr>
              <p:cNvPr id="7104" name="Rectangle 710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05" name="Rectangle 710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06" name="Rectangle 710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07" name="Rectangle 710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08" name="Rectangle 710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09" name="Rectangle 710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0" name="Rectangle 710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1" name="Rectangle 711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2" name="Rectangle 711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3" name="Rectangle 711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4" name="Rectangle 711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5" name="Rectangle 711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6" name="Rectangle 711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7" name="Rectangle 711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8" name="Rectangle 711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9" name="Rectangle 711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0" name="Rectangle 711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1" name="Rectangle 712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2" name="Rectangle 712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3" name="Rectangle 712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4" name="Rectangle 712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5" name="Rectangle 712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6" name="Rectangle 712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7" name="Rectangle 712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8" name="Rectangle 712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9" name="Rectangle 712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</p:grpSp>
      <p:grpSp>
        <p:nvGrpSpPr>
          <p:cNvPr id="7416" name="Groupe 7415"/>
          <p:cNvGrpSpPr/>
          <p:nvPr userDrawn="1"/>
        </p:nvGrpSpPr>
        <p:grpSpPr>
          <a:xfrm>
            <a:off x="778021" y="2984296"/>
            <a:ext cx="10793490" cy="900000"/>
            <a:chOff x="577340" y="118070"/>
            <a:chExt cx="10793490" cy="979831"/>
          </a:xfrm>
        </p:grpSpPr>
        <p:grpSp>
          <p:nvGrpSpPr>
            <p:cNvPr id="7417" name="Groupe 7416"/>
            <p:cNvGrpSpPr/>
            <p:nvPr userDrawn="1"/>
          </p:nvGrpSpPr>
          <p:grpSpPr>
            <a:xfrm>
              <a:off x="577340" y="122885"/>
              <a:ext cx="900000" cy="975016"/>
              <a:chOff x="577340" y="166428"/>
              <a:chExt cx="900000" cy="975016"/>
            </a:xfrm>
          </p:grpSpPr>
          <p:sp>
            <p:nvSpPr>
              <p:cNvPr id="7715" name="Rectangle 771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6" name="Rectangle 771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7" name="Rectangle 771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8" name="Rectangle 771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9" name="Rectangle 771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0" name="Rectangle 771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1" name="Rectangle 772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2" name="Rectangle 772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3" name="Rectangle 772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4" name="Rectangle 772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5" name="Rectangle 772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6" name="Rectangle 772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7" name="Rectangle 772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8" name="Rectangle 772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9" name="Rectangle 772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0" name="Rectangle 772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1" name="Rectangle 773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2" name="Rectangle 773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3" name="Rectangle 773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4" name="Rectangle 773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5" name="Rectangle 773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6" name="Rectangle 773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7" name="Rectangle 773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8" name="Rectangle 773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9" name="Rectangle 773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40" name="Rectangle 773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18" name="Groupe 7417"/>
            <p:cNvGrpSpPr/>
            <p:nvPr userDrawn="1"/>
          </p:nvGrpSpPr>
          <p:grpSpPr>
            <a:xfrm>
              <a:off x="1476794" y="121922"/>
              <a:ext cx="900000" cy="975016"/>
              <a:chOff x="577340" y="166428"/>
              <a:chExt cx="900000" cy="975016"/>
            </a:xfrm>
          </p:grpSpPr>
          <p:sp>
            <p:nvSpPr>
              <p:cNvPr id="7689" name="Rectangle 768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0" name="Rectangle 768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1" name="Rectangle 769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2" name="Rectangle 769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3" name="Rectangle 769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4" name="Rectangle 769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5" name="Rectangle 769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6" name="Rectangle 769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7" name="Rectangle 769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8" name="Rectangle 769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9" name="Rectangle 769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0" name="Rectangle 769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1" name="Rectangle 770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2" name="Rectangle 770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3" name="Rectangle 770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4" name="Rectangle 770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5" name="Rectangle 770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6" name="Rectangle 770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7" name="Rectangle 770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8" name="Rectangle 770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9" name="Rectangle 770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0" name="Rectangle 770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1" name="Rectangle 771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2" name="Rectangle 771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3" name="Rectangle 771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4" name="Rectangle 771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19" name="Groupe 7418"/>
            <p:cNvGrpSpPr/>
            <p:nvPr userDrawn="1"/>
          </p:nvGrpSpPr>
          <p:grpSpPr>
            <a:xfrm>
              <a:off x="2376164" y="121922"/>
              <a:ext cx="900000" cy="975016"/>
              <a:chOff x="577340" y="166428"/>
              <a:chExt cx="900000" cy="975016"/>
            </a:xfrm>
          </p:grpSpPr>
          <p:sp>
            <p:nvSpPr>
              <p:cNvPr id="7663" name="Rectangle 766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4" name="Rectangle 766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5" name="Rectangle 766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6" name="Rectangle 766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7" name="Rectangle 766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8" name="Rectangle 766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9" name="Rectangle 766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0" name="Rectangle 766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1" name="Rectangle 767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2" name="Rectangle 767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3" name="Rectangle 767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4" name="Rectangle 767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5" name="Rectangle 767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6" name="Rectangle 767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7" name="Rectangle 767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8" name="Rectangle 767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9" name="Rectangle 767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0" name="Rectangle 767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1" name="Rectangle 768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2" name="Rectangle 768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3" name="Rectangle 768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4" name="Rectangle 768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5" name="Rectangle 768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6" name="Rectangle 768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7" name="Rectangle 768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8" name="Rectangle 768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0" name="Groupe 7419"/>
            <p:cNvGrpSpPr/>
            <p:nvPr userDrawn="1"/>
          </p:nvGrpSpPr>
          <p:grpSpPr>
            <a:xfrm>
              <a:off x="3275618" y="120959"/>
              <a:ext cx="900000" cy="975016"/>
              <a:chOff x="577340" y="166428"/>
              <a:chExt cx="900000" cy="975016"/>
            </a:xfrm>
          </p:grpSpPr>
          <p:sp>
            <p:nvSpPr>
              <p:cNvPr id="7637" name="Rectangle 763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8" name="Rectangle 763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9" name="Rectangle 763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0" name="Rectangle 763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1" name="Rectangle 764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2" name="Rectangle 764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3" name="Rectangle 764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4" name="Rectangle 764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5" name="Rectangle 764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6" name="Rectangle 764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7" name="Rectangle 764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8" name="Rectangle 764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9" name="Rectangle 764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0" name="Rectangle 764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1" name="Rectangle 765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2" name="Rectangle 765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3" name="Rectangle 765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4" name="Rectangle 765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5" name="Rectangle 765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6" name="Rectangle 765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7" name="Rectangle 765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8" name="Rectangle 765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9" name="Rectangle 765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0" name="Rectangle 765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1" name="Rectangle 766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2" name="Rectangle 766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1" name="Groupe 7420"/>
            <p:cNvGrpSpPr/>
            <p:nvPr userDrawn="1"/>
          </p:nvGrpSpPr>
          <p:grpSpPr>
            <a:xfrm>
              <a:off x="4175198" y="121922"/>
              <a:ext cx="900000" cy="975016"/>
              <a:chOff x="577340" y="166428"/>
              <a:chExt cx="900000" cy="975016"/>
            </a:xfrm>
          </p:grpSpPr>
          <p:sp>
            <p:nvSpPr>
              <p:cNvPr id="7611" name="Rectangle 7610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2" name="Rectangle 7611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3" name="Rectangle 7612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4" name="Rectangle 7613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5" name="Rectangle 7614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6" name="Rectangle 7615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7" name="Rectangle 7616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8" name="Rectangle 7617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9" name="Rectangle 7618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0" name="Rectangle 7619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1" name="Rectangle 7620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2" name="Rectangle 7621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3" name="Rectangle 7622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4" name="Rectangle 7623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5" name="Rectangle 7624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6" name="Rectangle 7625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7" name="Rectangle 7626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8" name="Rectangle 7627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9" name="Rectangle 7628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0" name="Rectangle 7629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1" name="Rectangle 7630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2" name="Rectangle 7631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3" name="Rectangle 7632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4" name="Rectangle 7633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5" name="Rectangle 7634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6" name="Rectangle 7635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2" name="Groupe 7421"/>
            <p:cNvGrpSpPr/>
            <p:nvPr userDrawn="1"/>
          </p:nvGrpSpPr>
          <p:grpSpPr>
            <a:xfrm>
              <a:off x="5074652" y="120959"/>
              <a:ext cx="900000" cy="975016"/>
              <a:chOff x="577340" y="166428"/>
              <a:chExt cx="900000" cy="975016"/>
            </a:xfrm>
          </p:grpSpPr>
          <p:sp>
            <p:nvSpPr>
              <p:cNvPr id="7585" name="Rectangle 758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6" name="Rectangle 758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7" name="Rectangle 758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8" name="Rectangle 758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9" name="Rectangle 758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0" name="Rectangle 758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1" name="Rectangle 759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2" name="Rectangle 759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3" name="Rectangle 759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4" name="Rectangle 759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5" name="Rectangle 759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6" name="Rectangle 759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7" name="Rectangle 759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8" name="Rectangle 759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9" name="Rectangle 759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0" name="Rectangle 759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1" name="Rectangle 760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2" name="Rectangle 760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3" name="Rectangle 760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4" name="Rectangle 760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5" name="Rectangle 760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6" name="Rectangle 760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7" name="Rectangle 760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8" name="Rectangle 760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9" name="Rectangle 760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0" name="Rectangle 760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3" name="Groupe 7422"/>
            <p:cNvGrpSpPr/>
            <p:nvPr userDrawn="1"/>
          </p:nvGrpSpPr>
          <p:grpSpPr>
            <a:xfrm>
              <a:off x="5974022" y="120959"/>
              <a:ext cx="900000" cy="975016"/>
              <a:chOff x="577340" y="166428"/>
              <a:chExt cx="900000" cy="975016"/>
            </a:xfrm>
          </p:grpSpPr>
          <p:sp>
            <p:nvSpPr>
              <p:cNvPr id="7559" name="Rectangle 755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0" name="Rectangle 755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1" name="Rectangle 756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2" name="Rectangle 756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3" name="Rectangle 756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4" name="Rectangle 756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5" name="Rectangle 756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6" name="Rectangle 756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7" name="Rectangle 756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8" name="Rectangle 756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9" name="Rectangle 756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0" name="Rectangle 756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1" name="Rectangle 757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2" name="Rectangle 757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3" name="Rectangle 757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4" name="Rectangle 757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5" name="Rectangle 757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6" name="Rectangle 757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7" name="Rectangle 757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8" name="Rectangle 757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9" name="Rectangle 757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0" name="Rectangle 757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1" name="Rectangle 758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2" name="Rectangle 758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3" name="Rectangle 758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4" name="Rectangle 758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4" name="Groupe 7423"/>
            <p:cNvGrpSpPr/>
            <p:nvPr userDrawn="1"/>
          </p:nvGrpSpPr>
          <p:grpSpPr>
            <a:xfrm>
              <a:off x="6873476" y="119996"/>
              <a:ext cx="900000" cy="975016"/>
              <a:chOff x="577340" y="166428"/>
              <a:chExt cx="900000" cy="975016"/>
            </a:xfrm>
          </p:grpSpPr>
          <p:sp>
            <p:nvSpPr>
              <p:cNvPr id="7533" name="Rectangle 753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4" name="Rectangle 753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5" name="Rectangle 753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6" name="Rectangle 753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7" name="Rectangle 753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8" name="Rectangle 753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9" name="Rectangle 753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0" name="Rectangle 753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1" name="Rectangle 754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2" name="Rectangle 754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3" name="Rectangle 754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4" name="Rectangle 754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5" name="Rectangle 754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6" name="Rectangle 754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7" name="Rectangle 754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8" name="Rectangle 754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9" name="Rectangle 754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0" name="Rectangle 754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1" name="Rectangle 755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2" name="Rectangle 755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3" name="Rectangle 755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4" name="Rectangle 755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5" name="Rectangle 755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6" name="Rectangle 755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7" name="Rectangle 755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8" name="Rectangle 755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5" name="Groupe 7424"/>
            <p:cNvGrpSpPr/>
            <p:nvPr userDrawn="1"/>
          </p:nvGrpSpPr>
          <p:grpSpPr>
            <a:xfrm>
              <a:off x="7772552" y="119996"/>
              <a:ext cx="900000" cy="975016"/>
              <a:chOff x="577340" y="166428"/>
              <a:chExt cx="900000" cy="975016"/>
            </a:xfrm>
          </p:grpSpPr>
          <p:sp>
            <p:nvSpPr>
              <p:cNvPr id="7507" name="Rectangle 750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8" name="Rectangle 750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9" name="Rectangle 750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0" name="Rectangle 750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1" name="Rectangle 751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2" name="Rectangle 751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3" name="Rectangle 751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4" name="Rectangle 751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5" name="Rectangle 751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6" name="Rectangle 751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7" name="Rectangle 751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8" name="Rectangle 751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9" name="Rectangle 751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0" name="Rectangle 751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1" name="Rectangle 752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2" name="Rectangle 752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3" name="Rectangle 752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4" name="Rectangle 752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5" name="Rectangle 752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6" name="Rectangle 752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7" name="Rectangle 752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8" name="Rectangle 752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9" name="Rectangle 752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0" name="Rectangle 752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1" name="Rectangle 753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2" name="Rectangle 753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6" name="Groupe 7425"/>
            <p:cNvGrpSpPr/>
            <p:nvPr userDrawn="1"/>
          </p:nvGrpSpPr>
          <p:grpSpPr>
            <a:xfrm>
              <a:off x="8672006" y="119033"/>
              <a:ext cx="900000" cy="975016"/>
              <a:chOff x="577340" y="166428"/>
              <a:chExt cx="900000" cy="975016"/>
            </a:xfrm>
          </p:grpSpPr>
          <p:sp>
            <p:nvSpPr>
              <p:cNvPr id="7481" name="Rectangle 7480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2" name="Rectangle 7481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3" name="Rectangle 7482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4" name="Rectangle 7483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5" name="Rectangle 7484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6" name="Rectangle 7485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7" name="Rectangle 7486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8" name="Rectangle 7487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9" name="Rectangle 7488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0" name="Rectangle 7489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1" name="Rectangle 7490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2" name="Rectangle 7491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3" name="Rectangle 7492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4" name="Rectangle 7493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5" name="Rectangle 7494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6" name="Rectangle 7495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7" name="Rectangle 7496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8" name="Rectangle 7497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9" name="Rectangle 7498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0" name="Rectangle 7499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1" name="Rectangle 7500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2" name="Rectangle 7501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3" name="Rectangle 7502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4" name="Rectangle 7503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5" name="Rectangle 7504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6" name="Rectangle 7505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7" name="Groupe 7426"/>
            <p:cNvGrpSpPr/>
            <p:nvPr userDrawn="1"/>
          </p:nvGrpSpPr>
          <p:grpSpPr>
            <a:xfrm>
              <a:off x="9571376" y="119033"/>
              <a:ext cx="900000" cy="975016"/>
              <a:chOff x="577340" y="166428"/>
              <a:chExt cx="900000" cy="975016"/>
            </a:xfrm>
          </p:grpSpPr>
          <p:sp>
            <p:nvSpPr>
              <p:cNvPr id="7455" name="Rectangle 745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6" name="Rectangle 745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7" name="Rectangle 745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8" name="Rectangle 745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9" name="Rectangle 745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0" name="Rectangle 745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1" name="Rectangle 746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2" name="Rectangle 746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3" name="Rectangle 746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4" name="Rectangle 746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5" name="Rectangle 746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6" name="Rectangle 746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7" name="Rectangle 746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8" name="Rectangle 746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9" name="Rectangle 746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0" name="Rectangle 746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1" name="Rectangle 747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2" name="Rectangle 747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3" name="Rectangle 747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4" name="Rectangle 747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5" name="Rectangle 747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6" name="Rectangle 747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7" name="Rectangle 747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8" name="Rectangle 747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9" name="Rectangle 747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0" name="Rectangle 747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8" name="Groupe 7427"/>
            <p:cNvGrpSpPr/>
            <p:nvPr userDrawn="1"/>
          </p:nvGrpSpPr>
          <p:grpSpPr>
            <a:xfrm>
              <a:off x="10470830" y="118070"/>
              <a:ext cx="900000" cy="975016"/>
              <a:chOff x="577340" y="166428"/>
              <a:chExt cx="900000" cy="975016"/>
            </a:xfrm>
          </p:grpSpPr>
          <p:sp>
            <p:nvSpPr>
              <p:cNvPr id="7429" name="Rectangle 742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0" name="Rectangle 742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1" name="Rectangle 743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2" name="Rectangle 743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3" name="Rectangle 743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4" name="Rectangle 743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5" name="Rectangle 743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6" name="Rectangle 743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7" name="Rectangle 743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8" name="Rectangle 743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9" name="Rectangle 743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0" name="Rectangle 743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1" name="Rectangle 744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2" name="Rectangle 744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3" name="Rectangle 744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4" name="Rectangle 744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5" name="Rectangle 744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6" name="Rectangle 744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7" name="Rectangle 744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8" name="Rectangle 744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9" name="Rectangle 744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0" name="Rectangle 744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1" name="Rectangle 745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2" name="Rectangle 745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3" name="Rectangle 745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4" name="Rectangle 745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</p:grpSp>
      <p:grpSp>
        <p:nvGrpSpPr>
          <p:cNvPr id="7741" name="Groupe 7740"/>
          <p:cNvGrpSpPr/>
          <p:nvPr userDrawn="1"/>
        </p:nvGrpSpPr>
        <p:grpSpPr>
          <a:xfrm>
            <a:off x="778021" y="3877747"/>
            <a:ext cx="10793490" cy="900000"/>
            <a:chOff x="577340" y="118070"/>
            <a:chExt cx="10793490" cy="979831"/>
          </a:xfrm>
        </p:grpSpPr>
        <p:grpSp>
          <p:nvGrpSpPr>
            <p:cNvPr id="7742" name="Groupe 7741"/>
            <p:cNvGrpSpPr/>
            <p:nvPr userDrawn="1"/>
          </p:nvGrpSpPr>
          <p:grpSpPr>
            <a:xfrm>
              <a:off x="577340" y="122885"/>
              <a:ext cx="900000" cy="975016"/>
              <a:chOff x="577340" y="166428"/>
              <a:chExt cx="900000" cy="975016"/>
            </a:xfrm>
          </p:grpSpPr>
          <p:sp>
            <p:nvSpPr>
              <p:cNvPr id="8040" name="Rectangle 803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1" name="Rectangle 804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2" name="Rectangle 804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3" name="Rectangle 804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4" name="Rectangle 804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5" name="Rectangle 804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6" name="Rectangle 804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7" name="Rectangle 804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8" name="Rectangle 804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9" name="Rectangle 804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0" name="Rectangle 804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1" name="Rectangle 805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2" name="Rectangle 805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3" name="Rectangle 805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4" name="Rectangle 805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5" name="Rectangle 805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6" name="Rectangle 805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7" name="Rectangle 805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8" name="Rectangle 805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9" name="Rectangle 805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60" name="Rectangle 805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61" name="Rectangle 806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62" name="Rectangle 806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63" name="Rectangle 806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64" name="Rectangle 806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65" name="Rectangle 806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43" name="Groupe 7742"/>
            <p:cNvGrpSpPr/>
            <p:nvPr userDrawn="1"/>
          </p:nvGrpSpPr>
          <p:grpSpPr>
            <a:xfrm>
              <a:off x="1476794" y="121922"/>
              <a:ext cx="900000" cy="975016"/>
              <a:chOff x="577340" y="166428"/>
              <a:chExt cx="900000" cy="975016"/>
            </a:xfrm>
          </p:grpSpPr>
          <p:sp>
            <p:nvSpPr>
              <p:cNvPr id="8014" name="Rectangle 801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5" name="Rectangle 801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6" name="Rectangle 801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7" name="Rectangle 801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8" name="Rectangle 801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9" name="Rectangle 801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0" name="Rectangle 801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1" name="Rectangle 802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2" name="Rectangle 802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3" name="Rectangle 802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4" name="Rectangle 802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5" name="Rectangle 802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6" name="Rectangle 802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7" name="Rectangle 802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8" name="Rectangle 802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9" name="Rectangle 802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0" name="Rectangle 802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1" name="Rectangle 803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2" name="Rectangle 803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3" name="Rectangle 803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4" name="Rectangle 803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5" name="Rectangle 803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6" name="Rectangle 803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7" name="Rectangle 803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8" name="Rectangle 803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9" name="Rectangle 803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44" name="Groupe 7743"/>
            <p:cNvGrpSpPr/>
            <p:nvPr userDrawn="1"/>
          </p:nvGrpSpPr>
          <p:grpSpPr>
            <a:xfrm>
              <a:off x="2376164" y="121922"/>
              <a:ext cx="900000" cy="975016"/>
              <a:chOff x="577340" y="166428"/>
              <a:chExt cx="900000" cy="975016"/>
            </a:xfrm>
          </p:grpSpPr>
          <p:sp>
            <p:nvSpPr>
              <p:cNvPr id="7988" name="Rectangle 7987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9" name="Rectangle 7988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0" name="Rectangle 7989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1" name="Rectangle 7990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2" name="Rectangle 7991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3" name="Rectangle 7992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4" name="Rectangle 7993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5" name="Rectangle 7994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6" name="Rectangle 7995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7" name="Rectangle 7996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8" name="Rectangle 7997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9" name="Rectangle 7998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0" name="Rectangle 7999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1" name="Rectangle 8000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2" name="Rectangle 8001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3" name="Rectangle 8002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4" name="Rectangle 8003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5" name="Rectangle 8004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6" name="Rectangle 8005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7" name="Rectangle 8006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8" name="Rectangle 8007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9" name="Rectangle 8008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0" name="Rectangle 8009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1" name="Rectangle 8010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2" name="Rectangle 8011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3" name="Rectangle 8012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45" name="Groupe 7744"/>
            <p:cNvGrpSpPr/>
            <p:nvPr userDrawn="1"/>
          </p:nvGrpSpPr>
          <p:grpSpPr>
            <a:xfrm>
              <a:off x="3275618" y="120959"/>
              <a:ext cx="900000" cy="975016"/>
              <a:chOff x="577340" y="166428"/>
              <a:chExt cx="900000" cy="975016"/>
            </a:xfrm>
          </p:grpSpPr>
          <p:sp>
            <p:nvSpPr>
              <p:cNvPr id="7962" name="Rectangle 7961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3" name="Rectangle 7962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4" name="Rectangle 7963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5" name="Rectangle 7964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6" name="Rectangle 7965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7" name="Rectangle 7966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8" name="Rectangle 7967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9" name="Rectangle 7968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0" name="Rectangle 7969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1" name="Rectangle 7970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2" name="Rectangle 7971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3" name="Rectangle 7972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4" name="Rectangle 7973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5" name="Rectangle 7974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6" name="Rectangle 7975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7" name="Rectangle 7976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8" name="Rectangle 7977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9" name="Rectangle 7978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0" name="Rectangle 7979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1" name="Rectangle 7980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2" name="Rectangle 7981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3" name="Rectangle 7982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4" name="Rectangle 7983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5" name="Rectangle 7984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6" name="Rectangle 7985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7" name="Rectangle 7986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46" name="Groupe 7745"/>
            <p:cNvGrpSpPr/>
            <p:nvPr userDrawn="1"/>
          </p:nvGrpSpPr>
          <p:grpSpPr>
            <a:xfrm>
              <a:off x="4175198" y="121922"/>
              <a:ext cx="900000" cy="975016"/>
              <a:chOff x="577340" y="166428"/>
              <a:chExt cx="900000" cy="975016"/>
            </a:xfrm>
          </p:grpSpPr>
          <p:sp>
            <p:nvSpPr>
              <p:cNvPr id="7936" name="Rectangle 7935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7" name="Rectangle 7936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8" name="Rectangle 7937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9" name="Rectangle 7938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0" name="Rectangle 7939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1" name="Rectangle 7940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2" name="Rectangle 7941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3" name="Rectangle 7942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4" name="Rectangle 7943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5" name="Rectangle 7944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6" name="Rectangle 7945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7" name="Rectangle 7946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8" name="Rectangle 7947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9" name="Rectangle 7948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0" name="Rectangle 7949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1" name="Rectangle 7950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2" name="Rectangle 7951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3" name="Rectangle 7952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4" name="Rectangle 7953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5" name="Rectangle 7954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6" name="Rectangle 7955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7" name="Rectangle 7956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8" name="Rectangle 7957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9" name="Rectangle 7958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0" name="Rectangle 7959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1" name="Rectangle 796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47" name="Groupe 7746"/>
            <p:cNvGrpSpPr/>
            <p:nvPr userDrawn="1"/>
          </p:nvGrpSpPr>
          <p:grpSpPr>
            <a:xfrm>
              <a:off x="5074652" y="120959"/>
              <a:ext cx="900000" cy="975016"/>
              <a:chOff x="577340" y="166428"/>
              <a:chExt cx="900000" cy="975016"/>
            </a:xfrm>
          </p:grpSpPr>
          <p:sp>
            <p:nvSpPr>
              <p:cNvPr id="7910" name="Rectangle 790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1" name="Rectangle 791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2" name="Rectangle 791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3" name="Rectangle 791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4" name="Rectangle 791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5" name="Rectangle 791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6" name="Rectangle 791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7" name="Rectangle 791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8" name="Rectangle 791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9" name="Rectangle 791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0" name="Rectangle 791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1" name="Rectangle 792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2" name="Rectangle 792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3" name="Rectangle 792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4" name="Rectangle 792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5" name="Rectangle 792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6" name="Rectangle 792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7" name="Rectangle 792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8" name="Rectangle 792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9" name="Rectangle 792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0" name="Rectangle 792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1" name="Rectangle 793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2" name="Rectangle 793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3" name="Rectangle 793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4" name="Rectangle 793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5" name="Rectangle 793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48" name="Groupe 7747"/>
            <p:cNvGrpSpPr/>
            <p:nvPr userDrawn="1"/>
          </p:nvGrpSpPr>
          <p:grpSpPr>
            <a:xfrm>
              <a:off x="5974022" y="120959"/>
              <a:ext cx="900000" cy="975016"/>
              <a:chOff x="577340" y="166428"/>
              <a:chExt cx="900000" cy="975016"/>
            </a:xfrm>
          </p:grpSpPr>
          <p:sp>
            <p:nvSpPr>
              <p:cNvPr id="7884" name="Rectangle 788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5" name="Rectangle 788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6" name="Rectangle 788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7" name="Rectangle 788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8" name="Rectangle 788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9" name="Rectangle 788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0" name="Rectangle 788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1" name="Rectangle 789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2" name="Rectangle 789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3" name="Rectangle 789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4" name="Rectangle 789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5" name="Rectangle 789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6" name="Rectangle 789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7" name="Rectangle 789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8" name="Rectangle 789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9" name="Rectangle 789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0" name="Rectangle 789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1" name="Rectangle 790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2" name="Rectangle 790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3" name="Rectangle 790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4" name="Rectangle 790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5" name="Rectangle 790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6" name="Rectangle 790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7" name="Rectangle 790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8" name="Rectangle 790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9" name="Rectangle 790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49" name="Groupe 7748"/>
            <p:cNvGrpSpPr/>
            <p:nvPr userDrawn="1"/>
          </p:nvGrpSpPr>
          <p:grpSpPr>
            <a:xfrm>
              <a:off x="6873476" y="119996"/>
              <a:ext cx="900000" cy="975016"/>
              <a:chOff x="577340" y="166428"/>
              <a:chExt cx="900000" cy="975016"/>
            </a:xfrm>
          </p:grpSpPr>
          <p:sp>
            <p:nvSpPr>
              <p:cNvPr id="7858" name="Rectangle 7857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9" name="Rectangle 7858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0" name="Rectangle 7859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1" name="Rectangle 7860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2" name="Rectangle 7861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3" name="Rectangle 7862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4" name="Rectangle 7863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5" name="Rectangle 7864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6" name="Rectangle 7865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7" name="Rectangle 7866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8" name="Rectangle 7867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9" name="Rectangle 7868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0" name="Rectangle 7869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1" name="Rectangle 7870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2" name="Rectangle 7871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3" name="Rectangle 7872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4" name="Rectangle 7873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5" name="Rectangle 7874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6" name="Rectangle 7875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7" name="Rectangle 7876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8" name="Rectangle 7877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9" name="Rectangle 7878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0" name="Rectangle 7879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1" name="Rectangle 7880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2" name="Rectangle 7881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3" name="Rectangle 7882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50" name="Groupe 7749"/>
            <p:cNvGrpSpPr/>
            <p:nvPr userDrawn="1"/>
          </p:nvGrpSpPr>
          <p:grpSpPr>
            <a:xfrm>
              <a:off x="7772552" y="119996"/>
              <a:ext cx="900000" cy="975016"/>
              <a:chOff x="577340" y="166428"/>
              <a:chExt cx="900000" cy="975016"/>
            </a:xfrm>
          </p:grpSpPr>
          <p:sp>
            <p:nvSpPr>
              <p:cNvPr id="7832" name="Rectangle 7831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3" name="Rectangle 7832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4" name="Rectangle 7833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5" name="Rectangle 7834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6" name="Rectangle 7835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7" name="Rectangle 7836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8" name="Rectangle 7837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9" name="Rectangle 7838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0" name="Rectangle 7839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1" name="Rectangle 7840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2" name="Rectangle 7841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3" name="Rectangle 7842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4" name="Rectangle 7843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5" name="Rectangle 7844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6" name="Rectangle 7845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7" name="Rectangle 7846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8" name="Rectangle 7847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9" name="Rectangle 7848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0" name="Rectangle 7849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1" name="Rectangle 7850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2" name="Rectangle 7851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3" name="Rectangle 7852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4" name="Rectangle 7853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5" name="Rectangle 7854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6" name="Rectangle 7855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7" name="Rectangle 7856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51" name="Groupe 7750"/>
            <p:cNvGrpSpPr/>
            <p:nvPr userDrawn="1"/>
          </p:nvGrpSpPr>
          <p:grpSpPr>
            <a:xfrm>
              <a:off x="8672006" y="119033"/>
              <a:ext cx="900000" cy="975016"/>
              <a:chOff x="577340" y="166428"/>
              <a:chExt cx="900000" cy="975016"/>
            </a:xfrm>
          </p:grpSpPr>
          <p:sp>
            <p:nvSpPr>
              <p:cNvPr id="7806" name="Rectangle 7805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7" name="Rectangle 7806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8" name="Rectangle 7807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9" name="Rectangle 7808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0" name="Rectangle 7809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1" name="Rectangle 7810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2" name="Rectangle 7811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3" name="Rectangle 7812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4" name="Rectangle 7813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5" name="Rectangle 7814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6" name="Rectangle 7815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7" name="Rectangle 7816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8" name="Rectangle 7817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9" name="Rectangle 7818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0" name="Rectangle 7819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1" name="Rectangle 7820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2" name="Rectangle 7821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3" name="Rectangle 7822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4" name="Rectangle 7823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5" name="Rectangle 7824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6" name="Rectangle 7825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7" name="Rectangle 7826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8" name="Rectangle 7827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9" name="Rectangle 7828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0" name="Rectangle 7829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1" name="Rectangle 783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52" name="Groupe 7751"/>
            <p:cNvGrpSpPr/>
            <p:nvPr userDrawn="1"/>
          </p:nvGrpSpPr>
          <p:grpSpPr>
            <a:xfrm>
              <a:off x="9571376" y="119033"/>
              <a:ext cx="900000" cy="975016"/>
              <a:chOff x="577340" y="166428"/>
              <a:chExt cx="900000" cy="975016"/>
            </a:xfrm>
          </p:grpSpPr>
          <p:sp>
            <p:nvSpPr>
              <p:cNvPr id="7780" name="Rectangle 777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1" name="Rectangle 778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2" name="Rectangle 778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3" name="Rectangle 778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4" name="Rectangle 778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5" name="Rectangle 778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6" name="Rectangle 778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7" name="Rectangle 778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8" name="Rectangle 778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9" name="Rectangle 778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0" name="Rectangle 778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1" name="Rectangle 779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2" name="Rectangle 779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3" name="Rectangle 779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4" name="Rectangle 779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5" name="Rectangle 779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6" name="Rectangle 779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7" name="Rectangle 779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8" name="Rectangle 779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9" name="Rectangle 779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0" name="Rectangle 779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1" name="Rectangle 780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2" name="Rectangle 780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3" name="Rectangle 780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4" name="Rectangle 780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5" name="Rectangle 780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53" name="Groupe 7752"/>
            <p:cNvGrpSpPr/>
            <p:nvPr userDrawn="1"/>
          </p:nvGrpSpPr>
          <p:grpSpPr>
            <a:xfrm>
              <a:off x="10470830" y="118070"/>
              <a:ext cx="900000" cy="975016"/>
              <a:chOff x="577340" y="166428"/>
              <a:chExt cx="900000" cy="975016"/>
            </a:xfrm>
          </p:grpSpPr>
          <p:sp>
            <p:nvSpPr>
              <p:cNvPr id="7754" name="Rectangle 775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55" name="Rectangle 775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56" name="Rectangle 775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57" name="Rectangle 775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58" name="Rectangle 775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59" name="Rectangle 775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0" name="Rectangle 775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1" name="Rectangle 776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2" name="Rectangle 776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3" name="Rectangle 776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4" name="Rectangle 776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5" name="Rectangle 776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6" name="Rectangle 776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7" name="Rectangle 776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8" name="Rectangle 776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9" name="Rectangle 776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0" name="Rectangle 776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1" name="Rectangle 777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2" name="Rectangle 777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3" name="Rectangle 777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4" name="Rectangle 777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5" name="Rectangle 777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6" name="Rectangle 777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7" name="Rectangle 777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8" name="Rectangle 777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9" name="Rectangle 777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</p:grpSp>
      <p:grpSp>
        <p:nvGrpSpPr>
          <p:cNvPr id="8066" name="Groupe 8065"/>
          <p:cNvGrpSpPr/>
          <p:nvPr userDrawn="1"/>
        </p:nvGrpSpPr>
        <p:grpSpPr>
          <a:xfrm>
            <a:off x="778021" y="4777746"/>
            <a:ext cx="10793490" cy="900000"/>
            <a:chOff x="577340" y="118070"/>
            <a:chExt cx="10793490" cy="979831"/>
          </a:xfrm>
        </p:grpSpPr>
        <p:grpSp>
          <p:nvGrpSpPr>
            <p:cNvPr id="8067" name="Groupe 8066"/>
            <p:cNvGrpSpPr/>
            <p:nvPr userDrawn="1"/>
          </p:nvGrpSpPr>
          <p:grpSpPr>
            <a:xfrm>
              <a:off x="577340" y="122885"/>
              <a:ext cx="900000" cy="975016"/>
              <a:chOff x="577340" y="166428"/>
              <a:chExt cx="900000" cy="975016"/>
            </a:xfrm>
          </p:grpSpPr>
          <p:sp>
            <p:nvSpPr>
              <p:cNvPr id="8365" name="Rectangle 836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6" name="Rectangle 836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7" name="Rectangle 836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8" name="Rectangle 836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9" name="Rectangle 836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0" name="Rectangle 836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1" name="Rectangle 837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2" name="Rectangle 837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3" name="Rectangle 837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4" name="Rectangle 837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5" name="Rectangle 837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6" name="Rectangle 837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7" name="Rectangle 837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8" name="Rectangle 837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9" name="Rectangle 837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0" name="Rectangle 837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1" name="Rectangle 838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2" name="Rectangle 838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3" name="Rectangle 838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4" name="Rectangle 838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5" name="Rectangle 838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6" name="Rectangle 838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7" name="Rectangle 838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8" name="Rectangle 838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9" name="Rectangle 838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90" name="Rectangle 838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68" name="Groupe 8067"/>
            <p:cNvGrpSpPr/>
            <p:nvPr userDrawn="1"/>
          </p:nvGrpSpPr>
          <p:grpSpPr>
            <a:xfrm>
              <a:off x="1476794" y="121922"/>
              <a:ext cx="900000" cy="975016"/>
              <a:chOff x="577340" y="166428"/>
              <a:chExt cx="900000" cy="975016"/>
            </a:xfrm>
          </p:grpSpPr>
          <p:sp>
            <p:nvSpPr>
              <p:cNvPr id="8339" name="Rectangle 833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0" name="Rectangle 833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1" name="Rectangle 834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2" name="Rectangle 834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3" name="Rectangle 834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4" name="Rectangle 834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5" name="Rectangle 834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6" name="Rectangle 834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7" name="Rectangle 834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8" name="Rectangle 834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9" name="Rectangle 834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0" name="Rectangle 834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1" name="Rectangle 835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2" name="Rectangle 835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3" name="Rectangle 835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4" name="Rectangle 835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5" name="Rectangle 835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6" name="Rectangle 835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7" name="Rectangle 835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8" name="Rectangle 835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9" name="Rectangle 835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0" name="Rectangle 835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1" name="Rectangle 836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2" name="Rectangle 836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3" name="Rectangle 836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4" name="Rectangle 836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69" name="Groupe 8068"/>
            <p:cNvGrpSpPr/>
            <p:nvPr userDrawn="1"/>
          </p:nvGrpSpPr>
          <p:grpSpPr>
            <a:xfrm>
              <a:off x="2376164" y="121922"/>
              <a:ext cx="900000" cy="975016"/>
              <a:chOff x="577340" y="166428"/>
              <a:chExt cx="900000" cy="975016"/>
            </a:xfrm>
          </p:grpSpPr>
          <p:sp>
            <p:nvSpPr>
              <p:cNvPr id="8313" name="Rectangle 831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4" name="Rectangle 831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5" name="Rectangle 831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6" name="Rectangle 831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7" name="Rectangle 831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8" name="Rectangle 831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9" name="Rectangle 831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0" name="Rectangle 831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1" name="Rectangle 832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2" name="Rectangle 832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3" name="Rectangle 832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4" name="Rectangle 832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5" name="Rectangle 832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6" name="Rectangle 832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7" name="Rectangle 832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8" name="Rectangle 832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9" name="Rectangle 832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0" name="Rectangle 832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1" name="Rectangle 833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2" name="Rectangle 833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3" name="Rectangle 833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4" name="Rectangle 833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5" name="Rectangle 833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6" name="Rectangle 833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7" name="Rectangle 833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8" name="Rectangle 833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0" name="Groupe 8069"/>
            <p:cNvGrpSpPr/>
            <p:nvPr userDrawn="1"/>
          </p:nvGrpSpPr>
          <p:grpSpPr>
            <a:xfrm>
              <a:off x="3275618" y="120959"/>
              <a:ext cx="900000" cy="975016"/>
              <a:chOff x="577340" y="166428"/>
              <a:chExt cx="900000" cy="975016"/>
            </a:xfrm>
          </p:grpSpPr>
          <p:sp>
            <p:nvSpPr>
              <p:cNvPr id="8287" name="Rectangle 828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8" name="Rectangle 828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9" name="Rectangle 828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0" name="Rectangle 828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1" name="Rectangle 829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2" name="Rectangle 829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3" name="Rectangle 829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4" name="Rectangle 829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5" name="Rectangle 829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6" name="Rectangle 829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7" name="Rectangle 829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8" name="Rectangle 829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9" name="Rectangle 829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0" name="Rectangle 829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1" name="Rectangle 830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2" name="Rectangle 830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3" name="Rectangle 830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4" name="Rectangle 830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5" name="Rectangle 830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6" name="Rectangle 830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7" name="Rectangle 830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8" name="Rectangle 830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9" name="Rectangle 830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0" name="Rectangle 830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1" name="Rectangle 831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2" name="Rectangle 831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1" name="Groupe 8070"/>
            <p:cNvGrpSpPr/>
            <p:nvPr userDrawn="1"/>
          </p:nvGrpSpPr>
          <p:grpSpPr>
            <a:xfrm>
              <a:off x="4175198" y="121922"/>
              <a:ext cx="900000" cy="975016"/>
              <a:chOff x="577340" y="166428"/>
              <a:chExt cx="900000" cy="975016"/>
            </a:xfrm>
          </p:grpSpPr>
          <p:sp>
            <p:nvSpPr>
              <p:cNvPr id="8261" name="Rectangle 8260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2" name="Rectangle 8261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3" name="Rectangle 8262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4" name="Rectangle 8263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5" name="Rectangle 8264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6" name="Rectangle 8265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7" name="Rectangle 8266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8" name="Rectangle 8267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9" name="Rectangle 8268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0" name="Rectangle 8269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1" name="Rectangle 8270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2" name="Rectangle 8271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3" name="Rectangle 8272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4" name="Rectangle 8273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5" name="Rectangle 8274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6" name="Rectangle 8275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7" name="Rectangle 8276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8" name="Rectangle 8277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9" name="Rectangle 8278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0" name="Rectangle 8279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1" name="Rectangle 8280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2" name="Rectangle 8281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3" name="Rectangle 8282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4" name="Rectangle 8283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5" name="Rectangle 8284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6" name="Rectangle 8285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2" name="Groupe 8071"/>
            <p:cNvGrpSpPr/>
            <p:nvPr userDrawn="1"/>
          </p:nvGrpSpPr>
          <p:grpSpPr>
            <a:xfrm>
              <a:off x="5074652" y="120959"/>
              <a:ext cx="900000" cy="975016"/>
              <a:chOff x="577340" y="166428"/>
              <a:chExt cx="900000" cy="975016"/>
            </a:xfrm>
          </p:grpSpPr>
          <p:sp>
            <p:nvSpPr>
              <p:cNvPr id="8235" name="Rectangle 823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6" name="Rectangle 823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7" name="Rectangle 823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8" name="Rectangle 823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9" name="Rectangle 823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0" name="Rectangle 823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1" name="Rectangle 824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2" name="Rectangle 824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3" name="Rectangle 824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4" name="Rectangle 824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5" name="Rectangle 824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6" name="Rectangle 824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7" name="Rectangle 824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8" name="Rectangle 824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9" name="Rectangle 824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0" name="Rectangle 824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1" name="Rectangle 825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2" name="Rectangle 825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3" name="Rectangle 825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4" name="Rectangle 825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5" name="Rectangle 825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6" name="Rectangle 825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7" name="Rectangle 825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8" name="Rectangle 825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9" name="Rectangle 825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0" name="Rectangle 825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3" name="Groupe 8072"/>
            <p:cNvGrpSpPr/>
            <p:nvPr userDrawn="1"/>
          </p:nvGrpSpPr>
          <p:grpSpPr>
            <a:xfrm>
              <a:off x="5974022" y="120959"/>
              <a:ext cx="900000" cy="975016"/>
              <a:chOff x="577340" y="166428"/>
              <a:chExt cx="900000" cy="975016"/>
            </a:xfrm>
          </p:grpSpPr>
          <p:sp>
            <p:nvSpPr>
              <p:cNvPr id="8209" name="Rectangle 820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0" name="Rectangle 820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1" name="Rectangle 821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2" name="Rectangle 821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3" name="Rectangle 821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4" name="Rectangle 821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5" name="Rectangle 821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6" name="Rectangle 821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7" name="Rectangle 821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8" name="Rectangle 821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9" name="Rectangle 821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0" name="Rectangle 821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1" name="Rectangle 822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2" name="Rectangle 822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3" name="Rectangle 822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4" name="Rectangle 822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5" name="Rectangle 822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6" name="Rectangle 822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7" name="Rectangle 822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8" name="Rectangle 822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9" name="Rectangle 822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0" name="Rectangle 822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1" name="Rectangle 823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2" name="Rectangle 823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3" name="Rectangle 823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4" name="Rectangle 823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4" name="Groupe 8073"/>
            <p:cNvGrpSpPr/>
            <p:nvPr userDrawn="1"/>
          </p:nvGrpSpPr>
          <p:grpSpPr>
            <a:xfrm>
              <a:off x="6873476" y="119996"/>
              <a:ext cx="900000" cy="975016"/>
              <a:chOff x="577340" y="166428"/>
              <a:chExt cx="900000" cy="975016"/>
            </a:xfrm>
          </p:grpSpPr>
          <p:sp>
            <p:nvSpPr>
              <p:cNvPr id="8183" name="Rectangle 818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4" name="Rectangle 818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5" name="Rectangle 818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6" name="Rectangle 818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7" name="Rectangle 818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8" name="Rectangle 818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9" name="Rectangle 818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0" name="Rectangle 818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1" name="Rectangle 819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2" name="Rectangle 819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3" name="Rectangle 819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4" name="Rectangle 819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5" name="Rectangle 819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6" name="Rectangle 819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7" name="Rectangle 819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8" name="Rectangle 819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9" name="Rectangle 819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0" name="Rectangle 819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1" name="Rectangle 820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2" name="Rectangle 820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3" name="Rectangle 820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4" name="Rectangle 820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5" name="Rectangle 820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6" name="Rectangle 820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7" name="Rectangle 820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8" name="Rectangle 820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5" name="Groupe 8074"/>
            <p:cNvGrpSpPr/>
            <p:nvPr userDrawn="1"/>
          </p:nvGrpSpPr>
          <p:grpSpPr>
            <a:xfrm>
              <a:off x="7772552" y="119996"/>
              <a:ext cx="900000" cy="975016"/>
              <a:chOff x="577340" y="166428"/>
              <a:chExt cx="900000" cy="975016"/>
            </a:xfrm>
          </p:grpSpPr>
          <p:sp>
            <p:nvSpPr>
              <p:cNvPr id="8157" name="Rectangle 815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8" name="Rectangle 815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9" name="Rectangle 815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0" name="Rectangle 815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1" name="Rectangle 816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2" name="Rectangle 816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3" name="Rectangle 816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4" name="Rectangle 816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5" name="Rectangle 816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6" name="Rectangle 816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7" name="Rectangle 816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8" name="Rectangle 816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9" name="Rectangle 816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0" name="Rectangle 816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1" name="Rectangle 817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2" name="Rectangle 817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3" name="Rectangle 817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4" name="Rectangle 817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5" name="Rectangle 817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6" name="Rectangle 817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7" name="Rectangle 817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8" name="Rectangle 817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9" name="Rectangle 817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0" name="Rectangle 817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1" name="Rectangle 818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2" name="Rectangle 818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6" name="Groupe 8075"/>
            <p:cNvGrpSpPr/>
            <p:nvPr userDrawn="1"/>
          </p:nvGrpSpPr>
          <p:grpSpPr>
            <a:xfrm>
              <a:off x="8672006" y="119033"/>
              <a:ext cx="900000" cy="975016"/>
              <a:chOff x="577340" y="166428"/>
              <a:chExt cx="900000" cy="975016"/>
            </a:xfrm>
          </p:grpSpPr>
          <p:sp>
            <p:nvSpPr>
              <p:cNvPr id="8131" name="Rectangle 8130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2" name="Rectangle 8131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3" name="Rectangle 8132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4" name="Rectangle 8133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5" name="Rectangle 8134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6" name="Rectangle 8135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7" name="Rectangle 8136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8" name="Rectangle 8137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9" name="Rectangle 8138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0" name="Rectangle 8139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1" name="Rectangle 8140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2" name="Rectangle 8141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3" name="Rectangle 8142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4" name="Rectangle 8143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5" name="Rectangle 8144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6" name="Rectangle 8145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7" name="Rectangle 8146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8" name="Rectangle 8147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9" name="Rectangle 8148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0" name="Rectangle 8149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1" name="Rectangle 8150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2" name="Rectangle 8151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3" name="Rectangle 8152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4" name="Rectangle 8153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5" name="Rectangle 8154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6" name="Rectangle 8155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7" name="Groupe 8076"/>
            <p:cNvGrpSpPr/>
            <p:nvPr userDrawn="1"/>
          </p:nvGrpSpPr>
          <p:grpSpPr>
            <a:xfrm>
              <a:off x="9571376" y="119033"/>
              <a:ext cx="900000" cy="975016"/>
              <a:chOff x="577340" y="166428"/>
              <a:chExt cx="900000" cy="975016"/>
            </a:xfrm>
          </p:grpSpPr>
          <p:sp>
            <p:nvSpPr>
              <p:cNvPr id="8105" name="Rectangle 810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6" name="Rectangle 810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7" name="Rectangle 810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8" name="Rectangle 810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9" name="Rectangle 810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0" name="Rectangle 810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1" name="Rectangle 811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2" name="Rectangle 811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3" name="Rectangle 811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4" name="Rectangle 811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5" name="Rectangle 811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6" name="Rectangle 811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7" name="Rectangle 811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8" name="Rectangle 811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9" name="Rectangle 811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0" name="Rectangle 811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1" name="Rectangle 812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2" name="Rectangle 812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3" name="Rectangle 812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4" name="Rectangle 812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5" name="Rectangle 812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6" name="Rectangle 812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7" name="Rectangle 812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8" name="Rectangle 812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9" name="Rectangle 812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0" name="Rectangle 812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8" name="Groupe 8077"/>
            <p:cNvGrpSpPr/>
            <p:nvPr userDrawn="1"/>
          </p:nvGrpSpPr>
          <p:grpSpPr>
            <a:xfrm>
              <a:off x="10470830" y="118070"/>
              <a:ext cx="900000" cy="975016"/>
              <a:chOff x="577340" y="166428"/>
              <a:chExt cx="900000" cy="975016"/>
            </a:xfrm>
          </p:grpSpPr>
          <p:sp>
            <p:nvSpPr>
              <p:cNvPr id="8079" name="Rectangle 807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0" name="Rectangle 807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1" name="Rectangle 808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2" name="Rectangle 808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3" name="Rectangle 808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4" name="Rectangle 808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5" name="Rectangle 808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6" name="Rectangle 808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7" name="Rectangle 808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8" name="Rectangle 808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9" name="Rectangle 808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0" name="Rectangle 808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1" name="Rectangle 809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2" name="Rectangle 809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3" name="Rectangle 809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4" name="Rectangle 809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5" name="Rectangle 809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6" name="Rectangle 809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7" name="Rectangle 809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8" name="Rectangle 809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9" name="Rectangle 809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0" name="Rectangle 809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1" name="Rectangle 810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2" name="Rectangle 810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3" name="Rectangle 810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4" name="Rectangle 810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</p:grpSp>
      <p:grpSp>
        <p:nvGrpSpPr>
          <p:cNvPr id="8391" name="Groupe 8390"/>
          <p:cNvGrpSpPr/>
          <p:nvPr userDrawn="1"/>
        </p:nvGrpSpPr>
        <p:grpSpPr>
          <a:xfrm>
            <a:off x="778021" y="5671551"/>
            <a:ext cx="10793490" cy="900000"/>
            <a:chOff x="577340" y="118070"/>
            <a:chExt cx="10793490" cy="979831"/>
          </a:xfrm>
        </p:grpSpPr>
        <p:grpSp>
          <p:nvGrpSpPr>
            <p:cNvPr id="8392" name="Groupe 8391"/>
            <p:cNvGrpSpPr/>
            <p:nvPr userDrawn="1"/>
          </p:nvGrpSpPr>
          <p:grpSpPr>
            <a:xfrm>
              <a:off x="577340" y="122885"/>
              <a:ext cx="900000" cy="975016"/>
              <a:chOff x="577340" y="166428"/>
              <a:chExt cx="900000" cy="975016"/>
            </a:xfrm>
          </p:grpSpPr>
          <p:sp>
            <p:nvSpPr>
              <p:cNvPr id="8690" name="Rectangle 868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1" name="Rectangle 869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2" name="Rectangle 869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3" name="Rectangle 869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4" name="Rectangle 869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5" name="Rectangle 869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6" name="Rectangle 869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7" name="Rectangle 869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8" name="Rectangle 869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9" name="Rectangle 869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0" name="Rectangle 869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1" name="Rectangle 870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2" name="Rectangle 870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3" name="Rectangle 870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4" name="Rectangle 870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5" name="Rectangle 870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6" name="Rectangle 870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7" name="Rectangle 870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8" name="Rectangle 870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9" name="Rectangle 870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10" name="Rectangle 870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11" name="Rectangle 871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12" name="Rectangle 871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13" name="Rectangle 871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14" name="Rectangle 871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15" name="Rectangle 871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393" name="Groupe 8392"/>
            <p:cNvGrpSpPr/>
            <p:nvPr userDrawn="1"/>
          </p:nvGrpSpPr>
          <p:grpSpPr>
            <a:xfrm>
              <a:off x="1476794" y="121922"/>
              <a:ext cx="900000" cy="975016"/>
              <a:chOff x="577340" y="166428"/>
              <a:chExt cx="900000" cy="975016"/>
            </a:xfrm>
          </p:grpSpPr>
          <p:sp>
            <p:nvSpPr>
              <p:cNvPr id="8664" name="Rectangle 866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5" name="Rectangle 866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6" name="Rectangle 866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7" name="Rectangle 866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8" name="Rectangle 866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9" name="Rectangle 866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0" name="Rectangle 866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1" name="Rectangle 867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2" name="Rectangle 867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3" name="Rectangle 867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4" name="Rectangle 867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5" name="Rectangle 867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6" name="Rectangle 867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7" name="Rectangle 867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8" name="Rectangle 867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9" name="Rectangle 867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0" name="Rectangle 867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1" name="Rectangle 868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2" name="Rectangle 868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3" name="Rectangle 868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4" name="Rectangle 868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5" name="Rectangle 868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6" name="Rectangle 868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7" name="Rectangle 868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8" name="Rectangle 868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9" name="Rectangle 868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394" name="Groupe 8393"/>
            <p:cNvGrpSpPr/>
            <p:nvPr userDrawn="1"/>
          </p:nvGrpSpPr>
          <p:grpSpPr>
            <a:xfrm>
              <a:off x="2376164" y="121922"/>
              <a:ext cx="900000" cy="975016"/>
              <a:chOff x="577340" y="166428"/>
              <a:chExt cx="900000" cy="975016"/>
            </a:xfrm>
          </p:grpSpPr>
          <p:sp>
            <p:nvSpPr>
              <p:cNvPr id="8638" name="Rectangle 8637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9" name="Rectangle 8638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0" name="Rectangle 8639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1" name="Rectangle 8640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2" name="Rectangle 8641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3" name="Rectangle 8642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4" name="Rectangle 8643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5" name="Rectangle 8644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6" name="Rectangle 8645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7" name="Rectangle 8646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8" name="Rectangle 8647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9" name="Rectangle 8648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0" name="Rectangle 8649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1" name="Rectangle 8650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2" name="Rectangle 8651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3" name="Rectangle 8652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4" name="Rectangle 8653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5" name="Rectangle 8654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6" name="Rectangle 8655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7" name="Rectangle 8656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8" name="Rectangle 8657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9" name="Rectangle 8658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0" name="Rectangle 8659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1" name="Rectangle 8660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2" name="Rectangle 8661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3" name="Rectangle 8662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395" name="Groupe 8394"/>
            <p:cNvGrpSpPr/>
            <p:nvPr userDrawn="1"/>
          </p:nvGrpSpPr>
          <p:grpSpPr>
            <a:xfrm>
              <a:off x="3275618" y="120959"/>
              <a:ext cx="900000" cy="975016"/>
              <a:chOff x="577340" y="166428"/>
              <a:chExt cx="900000" cy="975016"/>
            </a:xfrm>
          </p:grpSpPr>
          <p:sp>
            <p:nvSpPr>
              <p:cNvPr id="8612" name="Rectangle 8611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3" name="Rectangle 8612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4" name="Rectangle 8613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5" name="Rectangle 8614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6" name="Rectangle 8615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7" name="Rectangle 8616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8" name="Rectangle 8617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9" name="Rectangle 8618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0" name="Rectangle 8619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1" name="Rectangle 8620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2" name="Rectangle 8621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3" name="Rectangle 8622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4" name="Rectangle 8623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5" name="Rectangle 8624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6" name="Rectangle 8625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7" name="Rectangle 8626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8" name="Rectangle 8627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9" name="Rectangle 8628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0" name="Rectangle 8629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1" name="Rectangle 8630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2" name="Rectangle 8631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3" name="Rectangle 8632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4" name="Rectangle 8633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5" name="Rectangle 8634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6" name="Rectangle 8635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7" name="Rectangle 8636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396" name="Groupe 8395"/>
            <p:cNvGrpSpPr/>
            <p:nvPr userDrawn="1"/>
          </p:nvGrpSpPr>
          <p:grpSpPr>
            <a:xfrm>
              <a:off x="4175198" y="121922"/>
              <a:ext cx="900000" cy="975016"/>
              <a:chOff x="577340" y="166428"/>
              <a:chExt cx="900000" cy="975016"/>
            </a:xfrm>
          </p:grpSpPr>
          <p:sp>
            <p:nvSpPr>
              <p:cNvPr id="8586" name="Rectangle 8585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7" name="Rectangle 8586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8" name="Rectangle 8587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9" name="Rectangle 8588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0" name="Rectangle 8589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1" name="Rectangle 8590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2" name="Rectangle 8591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3" name="Rectangle 8592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4" name="Rectangle 8593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5" name="Rectangle 8594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6" name="Rectangle 8595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7" name="Rectangle 8596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8" name="Rectangle 8597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9" name="Rectangle 8598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0" name="Rectangle 8599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1" name="Rectangle 8600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2" name="Rectangle 8601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3" name="Rectangle 8602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4" name="Rectangle 8603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5" name="Rectangle 8604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6" name="Rectangle 8605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7" name="Rectangle 8606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8" name="Rectangle 8607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9" name="Rectangle 8608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0" name="Rectangle 8609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1" name="Rectangle 861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397" name="Groupe 8396"/>
            <p:cNvGrpSpPr/>
            <p:nvPr userDrawn="1"/>
          </p:nvGrpSpPr>
          <p:grpSpPr>
            <a:xfrm>
              <a:off x="5074652" y="120959"/>
              <a:ext cx="900000" cy="975016"/>
              <a:chOff x="577340" y="166428"/>
              <a:chExt cx="900000" cy="975016"/>
            </a:xfrm>
          </p:grpSpPr>
          <p:sp>
            <p:nvSpPr>
              <p:cNvPr id="8560" name="Rectangle 855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1" name="Rectangle 856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2" name="Rectangle 856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3" name="Rectangle 856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4" name="Rectangle 856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5" name="Rectangle 856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6" name="Rectangle 856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7" name="Rectangle 856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8" name="Rectangle 856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9" name="Rectangle 856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0" name="Rectangle 856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1" name="Rectangle 857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2" name="Rectangle 857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3" name="Rectangle 857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4" name="Rectangle 857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5" name="Rectangle 857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6" name="Rectangle 857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7" name="Rectangle 857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8" name="Rectangle 857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9" name="Rectangle 857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0" name="Rectangle 857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1" name="Rectangle 858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2" name="Rectangle 858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3" name="Rectangle 858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4" name="Rectangle 858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5" name="Rectangle 858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398" name="Groupe 8397"/>
            <p:cNvGrpSpPr/>
            <p:nvPr userDrawn="1"/>
          </p:nvGrpSpPr>
          <p:grpSpPr>
            <a:xfrm>
              <a:off x="5974022" y="120959"/>
              <a:ext cx="900000" cy="975016"/>
              <a:chOff x="577340" y="166428"/>
              <a:chExt cx="900000" cy="975016"/>
            </a:xfrm>
          </p:grpSpPr>
          <p:sp>
            <p:nvSpPr>
              <p:cNvPr id="8534" name="Rectangle 853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5" name="Rectangle 853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6" name="Rectangle 853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7" name="Rectangle 853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8" name="Rectangle 853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9" name="Rectangle 853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0" name="Rectangle 853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1" name="Rectangle 854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2" name="Rectangle 854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3" name="Rectangle 854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4" name="Rectangle 854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5" name="Rectangle 854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6" name="Rectangle 854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7" name="Rectangle 854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8" name="Rectangle 854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9" name="Rectangle 854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0" name="Rectangle 854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1" name="Rectangle 855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2" name="Rectangle 855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3" name="Rectangle 855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4" name="Rectangle 855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5" name="Rectangle 855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6" name="Rectangle 855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7" name="Rectangle 855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8" name="Rectangle 855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9" name="Rectangle 855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399" name="Groupe 8398"/>
            <p:cNvGrpSpPr/>
            <p:nvPr userDrawn="1"/>
          </p:nvGrpSpPr>
          <p:grpSpPr>
            <a:xfrm>
              <a:off x="6873476" y="119996"/>
              <a:ext cx="900000" cy="975016"/>
              <a:chOff x="577340" y="166428"/>
              <a:chExt cx="900000" cy="975016"/>
            </a:xfrm>
          </p:grpSpPr>
          <p:sp>
            <p:nvSpPr>
              <p:cNvPr id="8508" name="Rectangle 8507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9" name="Rectangle 8508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0" name="Rectangle 8509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1" name="Rectangle 8510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2" name="Rectangle 8511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3" name="Rectangle 8512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4" name="Rectangle 8513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5" name="Rectangle 8514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6" name="Rectangle 8515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7" name="Rectangle 8516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8" name="Rectangle 8517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9" name="Rectangle 8518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0" name="Rectangle 8519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1" name="Rectangle 8520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2" name="Rectangle 8521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3" name="Rectangle 8522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4" name="Rectangle 8523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5" name="Rectangle 8524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6" name="Rectangle 8525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7" name="Rectangle 8526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8" name="Rectangle 8527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9" name="Rectangle 8528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0" name="Rectangle 8529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1" name="Rectangle 8530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2" name="Rectangle 8531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3" name="Rectangle 8532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400" name="Groupe 8399"/>
            <p:cNvGrpSpPr/>
            <p:nvPr userDrawn="1"/>
          </p:nvGrpSpPr>
          <p:grpSpPr>
            <a:xfrm>
              <a:off x="7772552" y="119996"/>
              <a:ext cx="900000" cy="975016"/>
              <a:chOff x="577340" y="166428"/>
              <a:chExt cx="900000" cy="975016"/>
            </a:xfrm>
          </p:grpSpPr>
          <p:sp>
            <p:nvSpPr>
              <p:cNvPr id="8482" name="Rectangle 8481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3" name="Rectangle 8482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4" name="Rectangle 8483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5" name="Rectangle 8484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6" name="Rectangle 8485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7" name="Rectangle 8486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8" name="Rectangle 8487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9" name="Rectangle 8488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0" name="Rectangle 8489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1" name="Rectangle 8490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2" name="Rectangle 8491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3" name="Rectangle 8492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4" name="Rectangle 8493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5" name="Rectangle 8494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6" name="Rectangle 8495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7" name="Rectangle 8496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8" name="Rectangle 8497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9" name="Rectangle 8498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0" name="Rectangle 8499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1" name="Rectangle 8500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2" name="Rectangle 8501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3" name="Rectangle 8502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4" name="Rectangle 8503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5" name="Rectangle 8504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6" name="Rectangle 8505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7" name="Rectangle 8506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401" name="Groupe 8400"/>
            <p:cNvGrpSpPr/>
            <p:nvPr userDrawn="1"/>
          </p:nvGrpSpPr>
          <p:grpSpPr>
            <a:xfrm>
              <a:off x="8672006" y="119033"/>
              <a:ext cx="900000" cy="975016"/>
              <a:chOff x="577340" y="166428"/>
              <a:chExt cx="900000" cy="975016"/>
            </a:xfrm>
          </p:grpSpPr>
          <p:sp>
            <p:nvSpPr>
              <p:cNvPr id="8456" name="Rectangle 8455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7" name="Rectangle 8456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8" name="Rectangle 8457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9" name="Rectangle 8458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0" name="Rectangle 8459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1" name="Rectangle 8460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2" name="Rectangle 8461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3" name="Rectangle 8462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4" name="Rectangle 8463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5" name="Rectangle 8464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6" name="Rectangle 8465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7" name="Rectangle 8466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8" name="Rectangle 8467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9" name="Rectangle 8468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0" name="Rectangle 8469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1" name="Rectangle 8470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2" name="Rectangle 8471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3" name="Rectangle 8472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4" name="Rectangle 8473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5" name="Rectangle 8474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6" name="Rectangle 8475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7" name="Rectangle 8476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8" name="Rectangle 8477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9" name="Rectangle 8478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0" name="Rectangle 8479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1" name="Rectangle 848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402" name="Groupe 8401"/>
            <p:cNvGrpSpPr/>
            <p:nvPr userDrawn="1"/>
          </p:nvGrpSpPr>
          <p:grpSpPr>
            <a:xfrm>
              <a:off x="9571376" y="119033"/>
              <a:ext cx="900000" cy="975016"/>
              <a:chOff x="577340" y="166428"/>
              <a:chExt cx="900000" cy="975016"/>
            </a:xfrm>
          </p:grpSpPr>
          <p:sp>
            <p:nvSpPr>
              <p:cNvPr id="8430" name="Rectangle 842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1" name="Rectangle 843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2" name="Rectangle 843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3" name="Rectangle 843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4" name="Rectangle 843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5" name="Rectangle 843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6" name="Rectangle 843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7" name="Rectangle 843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8" name="Rectangle 843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9" name="Rectangle 843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0" name="Rectangle 843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1" name="Rectangle 844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2" name="Rectangle 844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3" name="Rectangle 844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4" name="Rectangle 844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5" name="Rectangle 844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6" name="Rectangle 844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7" name="Rectangle 844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8" name="Rectangle 844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9" name="Rectangle 844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0" name="Rectangle 844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1" name="Rectangle 845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2" name="Rectangle 845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3" name="Rectangle 845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4" name="Rectangle 845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5" name="Rectangle 845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403" name="Groupe 8402"/>
            <p:cNvGrpSpPr/>
            <p:nvPr userDrawn="1"/>
          </p:nvGrpSpPr>
          <p:grpSpPr>
            <a:xfrm>
              <a:off x="10470830" y="118070"/>
              <a:ext cx="900000" cy="975016"/>
              <a:chOff x="577340" y="166428"/>
              <a:chExt cx="900000" cy="975016"/>
            </a:xfrm>
          </p:grpSpPr>
          <p:sp>
            <p:nvSpPr>
              <p:cNvPr id="8404" name="Rectangle 840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05" name="Rectangle 840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06" name="Rectangle 840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07" name="Rectangle 840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08" name="Rectangle 840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09" name="Rectangle 840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0" name="Rectangle 840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1" name="Rectangle 841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2" name="Rectangle 841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3" name="Rectangle 841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4" name="Rectangle 841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5" name="Rectangle 841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6" name="Rectangle 841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7" name="Rectangle 841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8" name="Rectangle 841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9" name="Rectangle 841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0" name="Rectangle 841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1" name="Rectangle 842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2" name="Rectangle 842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3" name="Rectangle 842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4" name="Rectangle 842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5" name="Rectangle 842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6" name="Rectangle 842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7" name="Rectangle 842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8" name="Rectangle 842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9" name="Rectangle 842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</p:grpSp>
      <p:sp>
        <p:nvSpPr>
          <p:cNvPr id="7" name="Rectangle 6"/>
          <p:cNvSpPr/>
          <p:nvPr userDrawn="1"/>
        </p:nvSpPr>
        <p:spPr>
          <a:xfrm>
            <a:off x="7970520" y="5146766"/>
            <a:ext cx="3594463" cy="1421673"/>
          </a:xfrm>
          <a:prstGeom prst="rect">
            <a:avLst/>
          </a:prstGeom>
          <a:noFill/>
          <a:ln w="28575">
            <a:solidFill>
              <a:srgbClr val="FFFFFF">
                <a:alpha val="6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8716" name="Rectangle 8715"/>
          <p:cNvSpPr/>
          <p:nvPr userDrawn="1"/>
        </p:nvSpPr>
        <p:spPr>
          <a:xfrm>
            <a:off x="782320" y="294640"/>
            <a:ext cx="10782663" cy="6273799"/>
          </a:xfrm>
          <a:prstGeom prst="rect">
            <a:avLst/>
          </a:prstGeom>
          <a:noFill/>
          <a:ln w="28575">
            <a:solidFill>
              <a:srgbClr val="FFFFFF">
                <a:alpha val="6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574550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EE693-BCF4-48D7-A2B0-56FD0A713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600"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C4D9E-B983-4CE3-936E-209BE0466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2pPr>
            <a:lvl3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3pPr>
            <a:lvl4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4pPr>
            <a:lvl5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26F4C-A6EA-4F24-9E4F-B6ABCA768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03.12.2025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25158-B9AF-49CA-9DE0-F889047A6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15310-27A2-465A-AF54-1214D1C66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317637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FB80387-6204-02CB-8272-82F311815CFE}"/>
              </a:ext>
            </a:extLst>
          </p:cNvPr>
          <p:cNvSpPr/>
          <p:nvPr userDrawn="1"/>
        </p:nvSpPr>
        <p:spPr>
          <a:xfrm>
            <a:off x="0" y="-27432"/>
            <a:ext cx="5006898" cy="67214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0F47A5-8138-4329-B170-D7C28B3FD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2352" y="433486"/>
            <a:ext cx="6051394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D4BF7F-BB80-4F7B-A52D-68EA93A702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02351" y="3429000"/>
            <a:ext cx="6051393" cy="255001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8446B-E14D-42AC-AAF0-7B9558AB9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E9950-B733-4ACC-8A2E-7B3D9C3E1375}" type="datetime1">
              <a:rPr lang="fr-CH" smtClean="0"/>
              <a:t>03.12.2025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CDE79-9FE1-436F-A021-6A1EA843A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53E64-3475-428D-8926-CDDF8C366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474175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7F646-A9FB-4A93-8A9B-46DFBD974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E4751-BA14-45E8-BCED-91E7AF87EE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A258A8-CC33-437B-8DCF-27B419AFAE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246D14-D529-4E54-9E51-16AE703BB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86B62-8D56-4B60-80AA-0809324CF4C8}" type="datetime1">
              <a:rPr lang="fr-CH" smtClean="0"/>
              <a:t>03.12.2025</a:t>
            </a:fld>
            <a:endParaRPr lang="fr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B4E879-7EF1-4667-B24D-6D591C30D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0B0638-B95A-4907-9548-42F7288C5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153527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4A655-9569-4DC1-90B1-EA5F4DFF1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599532-B16E-4262-93AB-DA9591C535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30E7BC-1050-43D6-AD7F-9DA4614A35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690C07-1B6F-47EA-B185-9B87385C69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2E861E-D731-44D6-99C1-0C29D4D8DD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0E5516-B71D-4777-BD7E-34367A193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EE4A1-8973-4E31-912A-AE7B9002F71C}" type="datetime1">
              <a:rPr lang="fr-CH" smtClean="0"/>
              <a:t>03.12.2025</a:t>
            </a:fld>
            <a:endParaRPr lang="fr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342FC4-7CCA-4987-B401-0D3E9EFB5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EDA39A-2D00-49C3-9E0D-81ADACA79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510887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F6FFE-96D9-4B34-AEC1-E6E432A54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38A47B-348E-4902-A87A-5EAEB9AE8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A360E-15A7-4124-8C47-0E1CAA663EE5}" type="datetime1">
              <a:rPr lang="fr-CH" smtClean="0"/>
              <a:t>03.12.2025</a:t>
            </a:fld>
            <a:endParaRPr lang="fr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18803C-BEDB-4D78-950D-026F72A3B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495347-B981-4BE4-8FD5-E37C83D9D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717253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CB548C2-6056-48FA-CA0F-1E89E3CC61AB}"/>
              </a:ext>
            </a:extLst>
          </p:cNvPr>
          <p:cNvSpPr/>
          <p:nvPr userDrawn="1"/>
        </p:nvSpPr>
        <p:spPr>
          <a:xfrm>
            <a:off x="1985847" y="769434"/>
            <a:ext cx="8220307" cy="5263376"/>
          </a:xfrm>
          <a:prstGeom prst="rect">
            <a:avLst/>
          </a:prstGeom>
          <a:solidFill>
            <a:srgbClr val="B5676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CD1A69-7E2E-412F-8ABF-C8274AE3F4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907751" y="0"/>
            <a:ext cx="2743200" cy="365125"/>
          </a:xfrm>
        </p:spPr>
        <p:txBody>
          <a:bodyPr/>
          <a:lstStyle/>
          <a:p>
            <a:fld id="{56521061-0D93-4B81-83F1-CB9B8348BCE1}" type="datetime1">
              <a:rPr lang="fr-CH" smtClean="0"/>
              <a:t>03.12.2025</a:t>
            </a:fld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2C82F-D3B0-4913-8738-1BE63A851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58BDA6-52D9-C1EB-6227-61C9369D9049}"/>
              </a:ext>
            </a:extLst>
          </p:cNvPr>
          <p:cNvSpPr/>
          <p:nvPr userDrawn="1"/>
        </p:nvSpPr>
        <p:spPr>
          <a:xfrm>
            <a:off x="1546303" y="1067649"/>
            <a:ext cx="9099395" cy="1115122"/>
          </a:xfrm>
          <a:prstGeom prst="rect">
            <a:avLst/>
          </a:prstGeom>
          <a:solidFill>
            <a:srgbClr val="D3BCB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fr-CH" sz="5600" spc="6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Daytona Light" panose="020B0604020202020204" pitchFamily="34" charset="0"/>
                <a:cs typeface="Helvetica" panose="020B0604020202020204" pitchFamily="34" charset="0"/>
              </a:rPr>
              <a:t>LE PROBLÈME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921C8FD-113E-8BFB-A142-B44E3B292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229138" y="2297150"/>
            <a:ext cx="8196788" cy="3409563"/>
          </a:xfrm>
        </p:spPr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C1E8FF-F703-137A-1F3B-552D8AD97FE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86200" y="6356350"/>
            <a:ext cx="4441825" cy="365125"/>
          </a:xfrm>
        </p:spPr>
        <p:txBody>
          <a:bodyPr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52306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CD1A69-7E2E-412F-8ABF-C8274AE3F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6DC1A-D182-42A9-B8B5-3B898D32CB50}" type="datetime1">
              <a:rPr lang="fr-CH" smtClean="0"/>
              <a:t>03.12.2025</a:t>
            </a:fld>
            <a:endParaRPr lang="fr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61DFA6-2D7D-48AB-895A-E117810E4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2C82F-D3B0-4913-8738-1BE63A851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222572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7EF89-D126-4FE9-A85E-FC417B632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F461E-3D4A-4F92-997C-9E6D7D88C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D1EF0B-176D-4351-A2A2-7CB8BACC10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69F0C0-4F88-4D64-93D1-95E1C15F4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FC7AB-CC60-49A6-B32D-7EF99A202370}" type="datetime1">
              <a:rPr lang="fr-CH" smtClean="0"/>
              <a:t>03.12.2025</a:t>
            </a:fld>
            <a:endParaRPr lang="fr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975FB2-C8B7-48DC-BFAA-0D39A3DED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9AD880-A5FE-415B-8EA9-FD08E1787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615178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D9679-CF50-46BE-8BDB-C7E61C307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E55319-8DC7-45B1-900D-E649D1B00B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fr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E3FDFC-1E7F-4BE6-BCAF-A729CD6250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2A519E-41CD-4F53-9DD3-A6AC86BB5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B6F17-CB18-4F9A-8BBB-A8E031E4D57C}" type="datetime1">
              <a:rPr lang="fr-CH" smtClean="0"/>
              <a:t>03.12.2025</a:t>
            </a:fld>
            <a:endParaRPr lang="fr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66A08-2B1A-43DF-ADB1-1DF388F1C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559EA7-AD92-4B24-88FA-6D02A7DED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1045641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DABC7-1652-4289-8CE3-657D09F8D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75BAA7-152F-420A-9931-8814A39389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894CC-EF76-402A-AF0B-12E652843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30C0C-7588-4082-B618-69188074804F}" type="datetime1">
              <a:rPr lang="fr-CH" smtClean="0"/>
              <a:t>03.12.2025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9E598-A738-40DC-9C3D-744132410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8E74F-AF89-4196-BA57-A56C3FBA2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214465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877B9C-2A56-40C4-B057-6B40CD9E28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6C535A-CD0B-49C4-AB77-3104BF76BD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71BACA-1163-4819-987F-037DDC49D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D6012-C93A-4CA8-B3EA-E261566241B5}" type="datetime1">
              <a:rPr lang="fr-CH" smtClean="0"/>
              <a:t>03.12.2025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DEBA2-F6BE-4147-A731-8805FB37C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A3B0E-5F75-49E1-A6FD-DDE0093C5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124307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5F7FA">
                <a:alpha val="89804"/>
              </a:srgbClr>
            </a:gs>
            <a:gs pos="100000">
              <a:srgbClr val="F5F7FA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E09ED7-AE38-4460-A0D6-A9B7118A4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A219C7-FBDA-4B2A-B02F-17797A3D9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655C9-6EAC-4EDB-A742-619ED6F9EF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accent6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fld id="{356E8D19-C006-4054-B5E5-6DC5889B944F}" type="datetime1">
              <a:rPr lang="fr-CH" smtClean="0"/>
              <a:pPr/>
              <a:t>03.12.2025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8EB6B0-18DC-4318-94C8-083DCC6177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accent6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7D7902-F4A4-4E29-84B2-EE8B4E9C26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accent6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fld id="{D8134CE5-34C2-4E1A-BD32-3DE8831B36D6}" type="slidenum">
              <a:rPr lang="fr-CH" smtClean="0"/>
              <a:pPr/>
              <a:t>‹N°›</a:t>
            </a:fld>
            <a:r>
              <a:rPr lang="fr-CH"/>
              <a:t>/Total</a:t>
            </a:r>
          </a:p>
        </p:txBody>
      </p:sp>
      <p:sp>
        <p:nvSpPr>
          <p:cNvPr id="8" name="PB">
            <a:extLst>
              <a:ext uri="{FF2B5EF4-FFF2-40B4-BE49-F238E27FC236}">
                <a16:creationId xmlns:a16="http://schemas.microsoft.com/office/drawing/2014/main" id="{1052F75B-C0EB-567D-73FC-C1B262D76770}"/>
              </a:ext>
            </a:extLst>
          </p:cNvPr>
          <p:cNvSpPr/>
          <p:nvPr userDrawn="1"/>
        </p:nvSpPr>
        <p:spPr>
          <a:xfrm>
            <a:off x="0" y="6702552"/>
            <a:ext cx="12192000" cy="292608"/>
          </a:xfrm>
          <a:prstGeom prst="rect">
            <a:avLst/>
          </a:prstGeom>
          <a:solidFill>
            <a:schemeClr val="tx1">
              <a:alpha val="3686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7" name="Image 7">
            <a:extLst>
              <a:ext uri="{FF2B5EF4-FFF2-40B4-BE49-F238E27FC236}">
                <a16:creationId xmlns:a16="http://schemas.microsoft.com/office/drawing/2014/main" id="{3F0A1181-D7E7-B3DC-C56C-188A43C4CD6C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580786" y="2902192"/>
            <a:ext cx="1903346" cy="459519"/>
          </a:xfrm>
          <a:prstGeom prst="rect">
            <a:avLst/>
          </a:prstGeom>
        </p:spPr>
      </p:pic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F56A3F54-2B1D-63AD-E103-C28D42FEFD09}"/>
              </a:ext>
            </a:extLst>
          </p:cNvPr>
          <p:cNvCxnSpPr>
            <a:cxnSpLocks/>
          </p:cNvCxnSpPr>
          <p:nvPr userDrawn="1"/>
        </p:nvCxnSpPr>
        <p:spPr>
          <a:xfrm flipH="1">
            <a:off x="713361" y="365125"/>
            <a:ext cx="5195" cy="6249989"/>
          </a:xfrm>
          <a:prstGeom prst="line">
            <a:avLst/>
          </a:prstGeom>
          <a:ln w="19050" cap="rnd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92428D2-BBF5-61C6-C54D-89D900B9B794}"/>
              </a:ext>
            </a:extLst>
          </p:cNvPr>
          <p:cNvSpPr txBox="1"/>
          <p:nvPr userDrawn="1"/>
        </p:nvSpPr>
        <p:spPr>
          <a:xfrm rot="16200000">
            <a:off x="-421424" y="704741"/>
            <a:ext cx="1771434" cy="64633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fr-CH" sz="3600">
                <a:solidFill>
                  <a:schemeClr val="accent2">
                    <a:lumMod val="75000"/>
                  </a:schemeClr>
                </a:solidFill>
              </a:rPr>
              <a:t>183</a:t>
            </a:r>
          </a:p>
        </p:txBody>
      </p:sp>
    </p:spTree>
    <p:extLst>
      <p:ext uri="{BB962C8B-B14F-4D97-AF65-F5344CB8AC3E}">
        <p14:creationId xmlns:p14="http://schemas.microsoft.com/office/powerpoint/2010/main" val="6618220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62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600" b="1" kern="1200">
          <a:solidFill>
            <a:srgbClr val="004595"/>
          </a:solidFill>
          <a:effectLst/>
          <a:latin typeface="Century Gothic" panose="020B0502020202020204" pitchFamily="34" charset="0"/>
          <a:ea typeface="+mj-ea"/>
          <a:cs typeface="Helvetica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459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459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0459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459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459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A417-48A2-4EC1-BB6A-E88DDE96D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>
                <a:solidFill>
                  <a:srgbClr val="004595"/>
                </a:solidFill>
              </a:rPr>
              <a:t>Audit</a:t>
            </a:r>
            <a:endParaRPr lang="fr-CH" b="1">
              <a:solidFill>
                <a:srgbClr val="00459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9501AA-B74D-4416-BEFC-D9228B665E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/>
          </a:bodyPr>
          <a:lstStyle/>
          <a:p>
            <a:endParaRPr lang="fr-CH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40A947F5-07F9-3FC1-2C00-19E7F6999277}"/>
              </a:ext>
            </a:extLst>
          </p:cNvPr>
          <p:cNvSpPr/>
          <p:nvPr/>
        </p:nvSpPr>
        <p:spPr>
          <a:xfrm>
            <a:off x="0" y="6705600"/>
            <a:ext cx="468923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654359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Les objectifs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/>
              <a:t>A la fin de la journée, vous serez capables de :</a:t>
            </a: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r>
              <a:rPr lang="fr-CH">
                <a:effectLst/>
                <a:highlight>
                  <a:srgbClr val="FFFF00"/>
                </a:highlight>
                <a:latin typeface="Century Gothic" panose="020B0502020202020204" pitchFamily="34" charset="0"/>
              </a:rPr>
              <a:t>Cloisonner une base de données MySQL</a:t>
            </a:r>
          </a:p>
          <a:p>
            <a:endParaRPr lang="fr-CH">
              <a:effectLst/>
              <a:highlight>
                <a:srgbClr val="FFFF00"/>
              </a:highlight>
              <a:latin typeface="Century Gothic" panose="020B0502020202020204" pitchFamily="34" charset="0"/>
            </a:endParaRPr>
          </a:p>
          <a:p>
            <a:endParaRPr lang="fr-CH">
              <a:effectLst/>
              <a:highlight>
                <a:srgbClr val="FFFF00"/>
              </a:highlight>
              <a:latin typeface="Century Gothic" panose="020B0502020202020204" pitchFamily="34" charset="0"/>
            </a:endParaRP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/>
          </a:p>
          <a:p>
            <a:endParaRPr lang="fr-CH"/>
          </a:p>
          <a:p>
            <a:endParaRPr lang="fr-CH"/>
          </a:p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2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03.12.2025</a:t>
            </a:fld>
            <a:endParaRPr lang="fr-CH"/>
          </a:p>
        </p:txBody>
      </p:sp>
      <p:sp>
        <p:nvSpPr>
          <p:cNvPr id="7" name="PB">
            <a:extLst>
              <a:ext uri="{FF2B5EF4-FFF2-40B4-BE49-F238E27FC236}">
                <a16:creationId xmlns:a16="http://schemas.microsoft.com/office/drawing/2014/main" id="{5177411A-8E84-78CB-6B12-463C8B46B47E}"/>
              </a:ext>
            </a:extLst>
          </p:cNvPr>
          <p:cNvSpPr/>
          <p:nvPr/>
        </p:nvSpPr>
        <p:spPr>
          <a:xfrm>
            <a:off x="0" y="6705600"/>
            <a:ext cx="937846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779150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Les objectifs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/>
              <a:t>A la fin de la journée, vous serez capables de :</a:t>
            </a: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r>
              <a:rPr lang="fr-CH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entury Gothic" panose="020B0502020202020204" pitchFamily="34" charset="0"/>
              </a:rPr>
              <a:t>Cloisonner une base de données MySQL</a:t>
            </a:r>
          </a:p>
          <a:p>
            <a:r>
              <a:rPr lang="fr-CH">
                <a:effectLst/>
                <a:highlight>
                  <a:srgbClr val="FFFF00"/>
                </a:highlight>
                <a:latin typeface="Century Gothic" panose="020B0502020202020204" pitchFamily="34" charset="0"/>
              </a:rPr>
              <a:t>Implémenter votre mécanisme d’audit dans une base de données MySQL à l’aide de procédures stockées</a:t>
            </a:r>
          </a:p>
          <a:p>
            <a:endParaRPr lang="fr-CH">
              <a:effectLst/>
              <a:highlight>
                <a:srgbClr val="FFFF00"/>
              </a:highlight>
              <a:latin typeface="Century Gothic" panose="020B0502020202020204" pitchFamily="34" charset="0"/>
            </a:endParaRPr>
          </a:p>
          <a:p>
            <a:endParaRPr lang="fr-CH">
              <a:effectLst/>
              <a:highlight>
                <a:srgbClr val="FFFF00"/>
              </a:highlight>
              <a:latin typeface="Century Gothic" panose="020B0502020202020204" pitchFamily="34" charset="0"/>
            </a:endParaRP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/>
          </a:p>
          <a:p>
            <a:endParaRPr lang="fr-CH"/>
          </a:p>
          <a:p>
            <a:endParaRPr lang="fr-CH"/>
          </a:p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3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03.12.2025</a:t>
            </a:fld>
            <a:endParaRPr lang="fr-CH"/>
          </a:p>
        </p:txBody>
      </p:sp>
      <p:sp>
        <p:nvSpPr>
          <p:cNvPr id="7" name="PB">
            <a:extLst>
              <a:ext uri="{FF2B5EF4-FFF2-40B4-BE49-F238E27FC236}">
                <a16:creationId xmlns:a16="http://schemas.microsoft.com/office/drawing/2014/main" id="{5177411A-8E84-78CB-6B12-463C8B46B47E}"/>
              </a:ext>
            </a:extLst>
          </p:cNvPr>
          <p:cNvSpPr/>
          <p:nvPr/>
        </p:nvSpPr>
        <p:spPr>
          <a:xfrm>
            <a:off x="0" y="6705600"/>
            <a:ext cx="937846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478251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Les objectifs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/>
              <a:t>A la fin de la journée, vous serez capables de :</a:t>
            </a:r>
          </a:p>
          <a:p>
            <a:endParaRPr lang="fr-CH" dirty="0">
              <a:effectLst/>
              <a:latin typeface="Century Gothic" panose="020B0502020202020204" pitchFamily="34" charset="0"/>
            </a:endParaRPr>
          </a:p>
          <a:p>
            <a:r>
              <a:rPr lang="fr-CH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entury Gothic" panose="020B0502020202020204" pitchFamily="34" charset="0"/>
              </a:rPr>
              <a:t>Cloisonner une base de données MySQL</a:t>
            </a:r>
          </a:p>
          <a:p>
            <a:r>
              <a:rPr lang="fr-CH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entury Gothic" panose="020B0502020202020204" pitchFamily="34" charset="0"/>
              </a:rPr>
              <a:t>Implémenter votre mécanisme d’audit dans une base de données MySQL à l’aide de procédures stockées</a:t>
            </a:r>
          </a:p>
          <a:p>
            <a:r>
              <a:rPr lang="fr-CH" dirty="0">
                <a:effectLst/>
                <a:highlight>
                  <a:srgbClr val="FFFF00"/>
                </a:highlight>
                <a:latin typeface="Century Gothic" panose="020B0502020202020204" pitchFamily="34" charset="0"/>
              </a:rPr>
              <a:t>Construire des vues dans MySQL</a:t>
            </a:r>
          </a:p>
          <a:p>
            <a:endParaRPr lang="fr-CH" dirty="0">
              <a:effectLst/>
              <a:highlight>
                <a:srgbClr val="FFFF00"/>
              </a:highlight>
              <a:latin typeface="Century Gothic" panose="020B0502020202020204" pitchFamily="34" charset="0"/>
            </a:endParaRPr>
          </a:p>
          <a:p>
            <a:endParaRPr lang="fr-CH" dirty="0">
              <a:effectLst/>
              <a:highlight>
                <a:srgbClr val="FFFF00"/>
              </a:highlight>
              <a:latin typeface="Century Gothic" panose="020B0502020202020204" pitchFamily="34" charset="0"/>
            </a:endParaRPr>
          </a:p>
          <a:p>
            <a:endParaRPr lang="fr-CH" dirty="0">
              <a:effectLst/>
              <a:latin typeface="Century Gothic" panose="020B0502020202020204" pitchFamily="34" charset="0"/>
            </a:endParaRPr>
          </a:p>
          <a:p>
            <a:endParaRPr lang="fr-CH" dirty="0">
              <a:effectLst/>
              <a:latin typeface="Century Gothic" panose="020B0502020202020204" pitchFamily="34" charset="0"/>
            </a:endParaRPr>
          </a:p>
          <a:p>
            <a:endParaRPr lang="fr-CH" dirty="0"/>
          </a:p>
          <a:p>
            <a:endParaRPr lang="fr-CH" dirty="0"/>
          </a:p>
          <a:p>
            <a:endParaRPr lang="fr-CH" dirty="0"/>
          </a:p>
          <a:p>
            <a:endParaRPr lang="fr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4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03.12.2025</a:t>
            </a:fld>
            <a:endParaRPr lang="fr-CH"/>
          </a:p>
        </p:txBody>
      </p:sp>
      <p:sp>
        <p:nvSpPr>
          <p:cNvPr id="7" name="PB">
            <a:extLst>
              <a:ext uri="{FF2B5EF4-FFF2-40B4-BE49-F238E27FC236}">
                <a16:creationId xmlns:a16="http://schemas.microsoft.com/office/drawing/2014/main" id="{5177411A-8E84-78CB-6B12-463C8B46B47E}"/>
              </a:ext>
            </a:extLst>
          </p:cNvPr>
          <p:cNvSpPr/>
          <p:nvPr/>
        </p:nvSpPr>
        <p:spPr>
          <a:xfrm>
            <a:off x="0" y="6705600"/>
            <a:ext cx="937846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192816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Les objectifs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/>
              <a:t>A la fin des activités, vous serez capables de :</a:t>
            </a:r>
          </a:p>
          <a:p>
            <a:endParaRPr lang="fr-CH" dirty="0">
              <a:effectLst/>
              <a:latin typeface="Century Gothic" panose="020B0502020202020204" pitchFamily="34" charset="0"/>
            </a:endParaRPr>
          </a:p>
          <a:p>
            <a:r>
              <a:rPr lang="fr-CH" dirty="0">
                <a:effectLst/>
                <a:latin typeface="Century Gothic" panose="020B0502020202020204" pitchFamily="34" charset="0"/>
              </a:rPr>
              <a:t>Cloisonner une base de données MySQL</a:t>
            </a:r>
          </a:p>
          <a:p>
            <a:r>
              <a:rPr lang="fr-CH" dirty="0">
                <a:effectLst/>
                <a:latin typeface="Century Gothic" panose="020B0502020202020204" pitchFamily="34" charset="0"/>
              </a:rPr>
              <a:t>Implémenter votre mécanisme d’audit dans une base de données MySQL à l’aide de procédures stockées</a:t>
            </a:r>
          </a:p>
          <a:p>
            <a:r>
              <a:rPr lang="fr-CH" dirty="0">
                <a:effectLst/>
                <a:latin typeface="Century Gothic" panose="020B0502020202020204" pitchFamily="34" charset="0"/>
              </a:rPr>
              <a:t>Construire des vues dans MySQL</a:t>
            </a:r>
          </a:p>
          <a:p>
            <a:endParaRPr lang="fr-CH" dirty="0">
              <a:effectLst/>
              <a:highlight>
                <a:srgbClr val="FFFF00"/>
              </a:highlight>
              <a:latin typeface="Century Gothic" panose="020B0502020202020204" pitchFamily="34" charset="0"/>
            </a:endParaRPr>
          </a:p>
          <a:p>
            <a:endParaRPr lang="fr-CH" dirty="0">
              <a:effectLst/>
              <a:latin typeface="Century Gothic" panose="020B0502020202020204" pitchFamily="34" charset="0"/>
            </a:endParaRPr>
          </a:p>
          <a:p>
            <a:endParaRPr lang="fr-CH" dirty="0">
              <a:effectLst/>
              <a:latin typeface="Century Gothic" panose="020B0502020202020204" pitchFamily="34" charset="0"/>
            </a:endParaRPr>
          </a:p>
          <a:p>
            <a:endParaRPr lang="fr-CH" dirty="0"/>
          </a:p>
          <a:p>
            <a:endParaRPr lang="fr-CH" dirty="0"/>
          </a:p>
          <a:p>
            <a:endParaRPr lang="fr-CH" dirty="0"/>
          </a:p>
          <a:p>
            <a:endParaRPr lang="fr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5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03.12.2025</a:t>
            </a:fld>
            <a:endParaRPr lang="fr-CH"/>
          </a:p>
        </p:txBody>
      </p:sp>
      <p:sp>
        <p:nvSpPr>
          <p:cNvPr id="7" name="PB">
            <a:extLst>
              <a:ext uri="{FF2B5EF4-FFF2-40B4-BE49-F238E27FC236}">
                <a16:creationId xmlns:a16="http://schemas.microsoft.com/office/drawing/2014/main" id="{5177411A-8E84-78CB-6B12-463C8B46B47E}"/>
              </a:ext>
            </a:extLst>
          </p:cNvPr>
          <p:cNvSpPr/>
          <p:nvPr/>
        </p:nvSpPr>
        <p:spPr>
          <a:xfrm>
            <a:off x="0" y="6705600"/>
            <a:ext cx="937846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516481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A417-48A2-4EC1-BB6A-E88DDE96D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>
                <a:solidFill>
                  <a:srgbClr val="004595"/>
                </a:solidFill>
              </a:rPr>
              <a:t>LES VUES</a:t>
            </a:r>
            <a:endParaRPr lang="fr-CH" b="1">
              <a:solidFill>
                <a:srgbClr val="00459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D445263-FEBF-14B5-1980-D96F3C15DC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3" name="PB">
            <a:extLst>
              <a:ext uri="{FF2B5EF4-FFF2-40B4-BE49-F238E27FC236}">
                <a16:creationId xmlns:a16="http://schemas.microsoft.com/office/drawing/2014/main" id="{E45193E4-8289-DF64-3B10-391E983D09DA}"/>
              </a:ext>
            </a:extLst>
          </p:cNvPr>
          <p:cNvSpPr/>
          <p:nvPr/>
        </p:nvSpPr>
        <p:spPr>
          <a:xfrm>
            <a:off x="0" y="6705600"/>
            <a:ext cx="1406769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918993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De base…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7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03.12.2025</a:t>
            </a:fld>
            <a:endParaRPr lang="fr-C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AB6BDC-1EBF-0E26-1C59-7A4282939769}"/>
              </a:ext>
            </a:extLst>
          </p:cNvPr>
          <p:cNvSpPr txBox="1"/>
          <p:nvPr/>
        </p:nvSpPr>
        <p:spPr>
          <a:xfrm>
            <a:off x="7662333" y="4963163"/>
            <a:ext cx="32314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 err="1">
                <a:solidFill>
                  <a:schemeClr val="bg1"/>
                </a:solidFill>
              </a:rPr>
              <a:t>Database</a:t>
            </a:r>
            <a:r>
              <a:rPr lang="fr-CH" sz="3600">
                <a:solidFill>
                  <a:schemeClr val="bg1"/>
                </a:solidFill>
              </a:rPr>
              <a:t> Server</a:t>
            </a:r>
          </a:p>
        </p:txBody>
      </p:sp>
      <p:pic>
        <p:nvPicPr>
          <p:cNvPr id="13" name="Graphic 12" descr="Internet with solid fill">
            <a:extLst>
              <a:ext uri="{FF2B5EF4-FFF2-40B4-BE49-F238E27FC236}">
                <a16:creationId xmlns:a16="http://schemas.microsoft.com/office/drawing/2014/main" id="{2B68DE75-A599-06C0-15C8-448D3F4431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90133" y="2895862"/>
            <a:ext cx="1896533" cy="18965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241E375-18D9-5E61-9D12-28F729232A14}"/>
              </a:ext>
            </a:extLst>
          </p:cNvPr>
          <p:cNvSpPr txBox="1"/>
          <p:nvPr/>
        </p:nvSpPr>
        <p:spPr>
          <a:xfrm>
            <a:off x="1806399" y="4316832"/>
            <a:ext cx="12640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Client</a:t>
            </a:r>
          </a:p>
        </p:txBody>
      </p:sp>
      <p:pic>
        <p:nvPicPr>
          <p:cNvPr id="8" name="Graphic 7" descr="Database outline">
            <a:extLst>
              <a:ext uri="{FF2B5EF4-FFF2-40B4-BE49-F238E27FC236}">
                <a16:creationId xmlns:a16="http://schemas.microsoft.com/office/drawing/2014/main" id="{1E3C16DA-DE0E-EF4F-8088-B4E898E686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29797" y="3268040"/>
            <a:ext cx="1896533" cy="1896533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160D13E-1862-F4D9-7F52-17D673C742F7}"/>
              </a:ext>
            </a:extLst>
          </p:cNvPr>
          <p:cNvCxnSpPr/>
          <p:nvPr/>
        </p:nvCxnSpPr>
        <p:spPr>
          <a:xfrm>
            <a:off x="3695700" y="3429000"/>
            <a:ext cx="4508500" cy="660400"/>
          </a:xfrm>
          <a:prstGeom prst="straightConnector1">
            <a:avLst/>
          </a:prstGeom>
          <a:ln w="5715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640D2A4-B3BA-1CEB-EA78-5B6F52426CEE}"/>
              </a:ext>
            </a:extLst>
          </p:cNvPr>
          <p:cNvCxnSpPr>
            <a:cxnSpLocks/>
          </p:cNvCxnSpPr>
          <p:nvPr/>
        </p:nvCxnSpPr>
        <p:spPr>
          <a:xfrm flipH="1" flipV="1">
            <a:off x="3619500" y="4047059"/>
            <a:ext cx="4394030" cy="916104"/>
          </a:xfrm>
          <a:prstGeom prst="straightConnector1">
            <a:avLst/>
          </a:prstGeom>
          <a:ln w="5715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FC7BC4F-ADF4-7A6E-DF31-0D8DF800C7B9}"/>
              </a:ext>
            </a:extLst>
          </p:cNvPr>
          <p:cNvSpPr txBox="1"/>
          <p:nvPr/>
        </p:nvSpPr>
        <p:spPr>
          <a:xfrm>
            <a:off x="3647722" y="2832362"/>
            <a:ext cx="44210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Requête sur des tables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A54168-1D75-A3A8-C25B-FE0A4B6995E6}"/>
              </a:ext>
            </a:extLst>
          </p:cNvPr>
          <p:cNvSpPr txBox="1"/>
          <p:nvPr/>
        </p:nvSpPr>
        <p:spPr>
          <a:xfrm>
            <a:off x="4205113" y="4469229"/>
            <a:ext cx="17939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Réponse</a:t>
            </a:r>
          </a:p>
        </p:txBody>
      </p:sp>
      <p:sp>
        <p:nvSpPr>
          <p:cNvPr id="20" name="PB">
            <a:extLst>
              <a:ext uri="{FF2B5EF4-FFF2-40B4-BE49-F238E27FC236}">
                <a16:creationId xmlns:a16="http://schemas.microsoft.com/office/drawing/2014/main" id="{C9DF20A0-4011-28B3-40A6-E4DEDA3643D4}"/>
              </a:ext>
            </a:extLst>
          </p:cNvPr>
          <p:cNvSpPr/>
          <p:nvPr/>
        </p:nvSpPr>
        <p:spPr>
          <a:xfrm>
            <a:off x="0" y="6705600"/>
            <a:ext cx="1875692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9870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BRAINSTORM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/>
              <a:t>Quel est le problème de base rencontré ?</a:t>
            </a:r>
          </a:p>
          <a:p>
            <a:pPr marL="0" indent="0">
              <a:buNone/>
            </a:pPr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8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03.12.2025</a:t>
            </a:fld>
            <a:endParaRPr lang="fr-CH"/>
          </a:p>
        </p:txBody>
      </p:sp>
      <p:sp>
        <p:nvSpPr>
          <p:cNvPr id="7" name="PB">
            <a:extLst>
              <a:ext uri="{FF2B5EF4-FFF2-40B4-BE49-F238E27FC236}">
                <a16:creationId xmlns:a16="http://schemas.microsoft.com/office/drawing/2014/main" id="{329C3ADC-8DEC-559C-E11C-25D58220A17F}"/>
              </a:ext>
            </a:extLst>
          </p:cNvPr>
          <p:cNvSpPr/>
          <p:nvPr/>
        </p:nvSpPr>
        <p:spPr>
          <a:xfrm>
            <a:off x="0" y="6705600"/>
            <a:ext cx="2344615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098522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Le principe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9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03.12.2025</a:t>
            </a:fld>
            <a:endParaRPr lang="fr-CH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1C964E1-726C-D373-1B8D-F57342BDEF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9456642"/>
              </p:ext>
            </p:extLst>
          </p:nvPr>
        </p:nvGraphicFramePr>
        <p:xfrm>
          <a:off x="909850" y="1799166"/>
          <a:ext cx="3128748" cy="20172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916">
                  <a:extLst>
                    <a:ext uri="{9D8B030D-6E8A-4147-A177-3AD203B41FA5}">
                      <a16:colId xmlns:a16="http://schemas.microsoft.com/office/drawing/2014/main" val="474789408"/>
                    </a:ext>
                  </a:extLst>
                </a:gridCol>
                <a:gridCol w="1042916">
                  <a:extLst>
                    <a:ext uri="{9D8B030D-6E8A-4147-A177-3AD203B41FA5}">
                      <a16:colId xmlns:a16="http://schemas.microsoft.com/office/drawing/2014/main" val="421622935"/>
                    </a:ext>
                  </a:extLst>
                </a:gridCol>
                <a:gridCol w="1042916">
                  <a:extLst>
                    <a:ext uri="{9D8B030D-6E8A-4147-A177-3AD203B41FA5}">
                      <a16:colId xmlns:a16="http://schemas.microsoft.com/office/drawing/2014/main" val="2176225863"/>
                    </a:ext>
                  </a:extLst>
                </a:gridCol>
              </a:tblGrid>
              <a:tr h="570116">
                <a:tc>
                  <a:txBody>
                    <a:bodyPr/>
                    <a:lstStyle/>
                    <a:p>
                      <a:r>
                        <a:rPr lang="fr-CH" err="1">
                          <a:solidFill>
                            <a:schemeClr val="bg1"/>
                          </a:solidFill>
                        </a:rPr>
                        <a:t>idCustomer</a:t>
                      </a:r>
                      <a:endParaRPr lang="fr-CH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err="1">
                          <a:solidFill>
                            <a:schemeClr val="bg1"/>
                          </a:solidFill>
                        </a:rPr>
                        <a:t>cusName</a:t>
                      </a:r>
                      <a:endParaRPr lang="fr-CH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err="1">
                          <a:solidFill>
                            <a:schemeClr val="bg1"/>
                          </a:solidFill>
                        </a:rPr>
                        <a:t>fk_country</a:t>
                      </a:r>
                      <a:endParaRPr lang="fr-CH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0563612"/>
                  </a:ext>
                </a:extLst>
              </a:tr>
              <a:tr h="459073">
                <a:tc>
                  <a:txBody>
                    <a:bodyPr/>
                    <a:lstStyle/>
                    <a:p>
                      <a:r>
                        <a:rPr lang="fr-CH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/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5616891"/>
                  </a:ext>
                </a:extLst>
              </a:tr>
              <a:tr h="459073">
                <a:tc>
                  <a:txBody>
                    <a:bodyPr/>
                    <a:lstStyle/>
                    <a:p>
                      <a:r>
                        <a:rPr lang="fr-CH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/>
                        <a:t>Sarah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202302"/>
                  </a:ext>
                </a:extLst>
              </a:tr>
              <a:tr h="459073">
                <a:tc>
                  <a:txBody>
                    <a:bodyPr/>
                    <a:lstStyle/>
                    <a:p>
                      <a:r>
                        <a:rPr lang="fr-CH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/>
                        <a:t>Louis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027519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E907803-D182-C86C-3EB2-B98BC0E6BD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3456653"/>
              </p:ext>
            </p:extLst>
          </p:nvPr>
        </p:nvGraphicFramePr>
        <p:xfrm>
          <a:off x="909851" y="4090460"/>
          <a:ext cx="2670032" cy="20362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016">
                  <a:extLst>
                    <a:ext uri="{9D8B030D-6E8A-4147-A177-3AD203B41FA5}">
                      <a16:colId xmlns:a16="http://schemas.microsoft.com/office/drawing/2014/main" val="474789408"/>
                    </a:ext>
                  </a:extLst>
                </a:gridCol>
                <a:gridCol w="1335016">
                  <a:extLst>
                    <a:ext uri="{9D8B030D-6E8A-4147-A177-3AD203B41FA5}">
                      <a16:colId xmlns:a16="http://schemas.microsoft.com/office/drawing/2014/main" val="421622935"/>
                    </a:ext>
                  </a:extLst>
                </a:gridCol>
              </a:tblGrid>
              <a:tr h="509059">
                <a:tc>
                  <a:txBody>
                    <a:bodyPr/>
                    <a:lstStyle/>
                    <a:p>
                      <a:r>
                        <a:rPr lang="fr-CH" err="1">
                          <a:solidFill>
                            <a:schemeClr val="bg1"/>
                          </a:solidFill>
                        </a:rPr>
                        <a:t>idCountry</a:t>
                      </a:r>
                      <a:endParaRPr lang="fr-CH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H" err="1">
                          <a:solidFill>
                            <a:schemeClr val="bg1"/>
                          </a:solidFill>
                        </a:rPr>
                        <a:t>couName</a:t>
                      </a:r>
                      <a:endParaRPr lang="fr-CH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0563612"/>
                  </a:ext>
                </a:extLst>
              </a:tr>
              <a:tr h="509059">
                <a:tc>
                  <a:txBody>
                    <a:bodyPr/>
                    <a:lstStyle/>
                    <a:p>
                      <a:r>
                        <a:rPr lang="fr-CH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/>
                        <a:t>Suisse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5616891"/>
                  </a:ext>
                </a:extLst>
              </a:tr>
              <a:tr h="509059">
                <a:tc>
                  <a:txBody>
                    <a:bodyPr/>
                    <a:lstStyle/>
                    <a:p>
                      <a:r>
                        <a:rPr lang="fr-CH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/>
                        <a:t>France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202302"/>
                  </a:ext>
                </a:extLst>
              </a:tr>
              <a:tr h="509059">
                <a:tc>
                  <a:txBody>
                    <a:bodyPr/>
                    <a:lstStyle/>
                    <a:p>
                      <a:r>
                        <a:rPr lang="fr-CH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/>
                        <a:t>Italie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027519"/>
                  </a:ext>
                </a:extLst>
              </a:tr>
            </a:tbl>
          </a:graphicData>
        </a:graphic>
      </p:graphicFrame>
      <p:sp>
        <p:nvSpPr>
          <p:cNvPr id="15" name="Explosion: 14 Points 14">
            <a:extLst>
              <a:ext uri="{FF2B5EF4-FFF2-40B4-BE49-F238E27FC236}">
                <a16:creationId xmlns:a16="http://schemas.microsoft.com/office/drawing/2014/main" id="{3650B015-02E6-1527-6D76-FE9F16958B9E}"/>
              </a:ext>
            </a:extLst>
          </p:cNvPr>
          <p:cNvSpPr/>
          <p:nvPr/>
        </p:nvSpPr>
        <p:spPr>
          <a:xfrm>
            <a:off x="4640335" y="2744788"/>
            <a:ext cx="2198902" cy="2160588"/>
          </a:xfrm>
          <a:prstGeom prst="irregularSeal2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err="1"/>
              <a:t>Create</a:t>
            </a:r>
            <a:r>
              <a:rPr lang="fr-CH"/>
              <a:t> </a:t>
            </a:r>
            <a:r>
              <a:rPr lang="fr-CH" err="1"/>
              <a:t>View</a:t>
            </a:r>
            <a:endParaRPr lang="fr-CH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CB673EF-0261-0B32-7E0D-C8509E150414}"/>
              </a:ext>
            </a:extLst>
          </p:cNvPr>
          <p:cNvCxnSpPr>
            <a:cxnSpLocks/>
          </p:cNvCxnSpPr>
          <p:nvPr/>
        </p:nvCxnSpPr>
        <p:spPr>
          <a:xfrm>
            <a:off x="4191000" y="2921000"/>
            <a:ext cx="723899" cy="508000"/>
          </a:xfrm>
          <a:prstGeom prst="straightConnector1">
            <a:avLst/>
          </a:prstGeom>
          <a:ln w="5715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AF2829A-FAAD-D8E5-BF7D-8B9CA890D52A}"/>
              </a:ext>
            </a:extLst>
          </p:cNvPr>
          <p:cNvCxnSpPr>
            <a:cxnSpLocks/>
          </p:cNvCxnSpPr>
          <p:nvPr/>
        </p:nvCxnSpPr>
        <p:spPr>
          <a:xfrm flipV="1">
            <a:off x="3797300" y="4483100"/>
            <a:ext cx="933448" cy="698500"/>
          </a:xfrm>
          <a:prstGeom prst="straightConnector1">
            <a:avLst/>
          </a:prstGeom>
          <a:ln w="5715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5D1DF22-2E8B-03D1-393C-9012726E8BD1}"/>
              </a:ext>
            </a:extLst>
          </p:cNvPr>
          <p:cNvCxnSpPr>
            <a:cxnSpLocks/>
          </p:cNvCxnSpPr>
          <p:nvPr/>
        </p:nvCxnSpPr>
        <p:spPr>
          <a:xfrm flipV="1">
            <a:off x="6666272" y="3825082"/>
            <a:ext cx="437247" cy="50535"/>
          </a:xfrm>
          <a:prstGeom prst="straightConnector1">
            <a:avLst/>
          </a:prstGeom>
          <a:ln w="5715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D15487A9-7736-23E0-B6A2-4520D370CB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4325443"/>
              </p:ext>
            </p:extLst>
          </p:nvPr>
        </p:nvGraphicFramePr>
        <p:xfrm>
          <a:off x="7288572" y="2744788"/>
          <a:ext cx="3922500" cy="1947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7500">
                  <a:extLst>
                    <a:ext uri="{9D8B030D-6E8A-4147-A177-3AD203B41FA5}">
                      <a16:colId xmlns:a16="http://schemas.microsoft.com/office/drawing/2014/main" val="474789408"/>
                    </a:ext>
                  </a:extLst>
                </a:gridCol>
                <a:gridCol w="1307500">
                  <a:extLst>
                    <a:ext uri="{9D8B030D-6E8A-4147-A177-3AD203B41FA5}">
                      <a16:colId xmlns:a16="http://schemas.microsoft.com/office/drawing/2014/main" val="421622935"/>
                    </a:ext>
                  </a:extLst>
                </a:gridCol>
                <a:gridCol w="1307500">
                  <a:extLst>
                    <a:ext uri="{9D8B030D-6E8A-4147-A177-3AD203B41FA5}">
                      <a16:colId xmlns:a16="http://schemas.microsoft.com/office/drawing/2014/main" val="2176225863"/>
                    </a:ext>
                  </a:extLst>
                </a:gridCol>
              </a:tblGrid>
              <a:tr h="570116">
                <a:tc>
                  <a:txBody>
                    <a:bodyPr/>
                    <a:lstStyle/>
                    <a:p>
                      <a:r>
                        <a:rPr lang="fr-CH" err="1">
                          <a:solidFill>
                            <a:schemeClr val="bg1"/>
                          </a:solidFill>
                        </a:rPr>
                        <a:t>idCustomer</a:t>
                      </a:r>
                      <a:endParaRPr lang="fr-CH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err="1">
                          <a:solidFill>
                            <a:schemeClr val="bg1"/>
                          </a:solidFill>
                        </a:rPr>
                        <a:t>cusName</a:t>
                      </a:r>
                      <a:endParaRPr lang="fr-CH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err="1">
                          <a:solidFill>
                            <a:schemeClr val="bg1"/>
                          </a:solidFill>
                        </a:rPr>
                        <a:t>couName</a:t>
                      </a:r>
                      <a:endParaRPr lang="fr-CH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0563612"/>
                  </a:ext>
                </a:extLst>
              </a:tr>
              <a:tr h="459073">
                <a:tc>
                  <a:txBody>
                    <a:bodyPr/>
                    <a:lstStyle/>
                    <a:p>
                      <a:r>
                        <a:rPr lang="fr-CH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/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/>
                        <a:t>Suisse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5616891"/>
                  </a:ext>
                </a:extLst>
              </a:tr>
              <a:tr h="459073">
                <a:tc>
                  <a:txBody>
                    <a:bodyPr/>
                    <a:lstStyle/>
                    <a:p>
                      <a:r>
                        <a:rPr lang="fr-CH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/>
                        <a:t>Sarah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/>
                        <a:t>Suisse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202302"/>
                  </a:ext>
                </a:extLst>
              </a:tr>
              <a:tr h="459073">
                <a:tc>
                  <a:txBody>
                    <a:bodyPr/>
                    <a:lstStyle/>
                    <a:p>
                      <a:r>
                        <a:rPr lang="fr-CH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/>
                        <a:t>Louis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/>
                        <a:t>Italie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027519"/>
                  </a:ext>
                </a:extLst>
              </a:tr>
            </a:tbl>
          </a:graphicData>
        </a:graphic>
      </p:graphicFrame>
      <p:sp>
        <p:nvSpPr>
          <p:cNvPr id="29" name="PB">
            <a:extLst>
              <a:ext uri="{FF2B5EF4-FFF2-40B4-BE49-F238E27FC236}">
                <a16:creationId xmlns:a16="http://schemas.microsoft.com/office/drawing/2014/main" id="{0DDEDCAB-7423-ECF9-6663-2D621B9D9D8C}"/>
              </a:ext>
            </a:extLst>
          </p:cNvPr>
          <p:cNvSpPr/>
          <p:nvPr/>
        </p:nvSpPr>
        <p:spPr>
          <a:xfrm>
            <a:off x="0" y="6705600"/>
            <a:ext cx="2813539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730031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Finalement…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10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03.12.2025</a:t>
            </a:fld>
            <a:endParaRPr lang="fr-C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AB6BDC-1EBF-0E26-1C59-7A4282939769}"/>
              </a:ext>
            </a:extLst>
          </p:cNvPr>
          <p:cNvSpPr txBox="1"/>
          <p:nvPr/>
        </p:nvSpPr>
        <p:spPr>
          <a:xfrm>
            <a:off x="7662333" y="4963163"/>
            <a:ext cx="32314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 err="1">
                <a:solidFill>
                  <a:schemeClr val="bg1"/>
                </a:solidFill>
              </a:rPr>
              <a:t>Database</a:t>
            </a:r>
            <a:r>
              <a:rPr lang="fr-CH" sz="3600">
                <a:solidFill>
                  <a:schemeClr val="bg1"/>
                </a:solidFill>
              </a:rPr>
              <a:t> Server</a:t>
            </a:r>
          </a:p>
        </p:txBody>
      </p:sp>
      <p:pic>
        <p:nvPicPr>
          <p:cNvPr id="13" name="Graphic 12" descr="Internet with solid fill">
            <a:extLst>
              <a:ext uri="{FF2B5EF4-FFF2-40B4-BE49-F238E27FC236}">
                <a16:creationId xmlns:a16="http://schemas.microsoft.com/office/drawing/2014/main" id="{2B68DE75-A599-06C0-15C8-448D3F4431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90133" y="2895862"/>
            <a:ext cx="1896533" cy="18965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241E375-18D9-5E61-9D12-28F729232A14}"/>
              </a:ext>
            </a:extLst>
          </p:cNvPr>
          <p:cNvSpPr txBox="1"/>
          <p:nvPr/>
        </p:nvSpPr>
        <p:spPr>
          <a:xfrm>
            <a:off x="1806399" y="4316832"/>
            <a:ext cx="12640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Client</a:t>
            </a:r>
          </a:p>
        </p:txBody>
      </p:sp>
      <p:pic>
        <p:nvPicPr>
          <p:cNvPr id="8" name="Graphic 7" descr="Database outline">
            <a:extLst>
              <a:ext uri="{FF2B5EF4-FFF2-40B4-BE49-F238E27FC236}">
                <a16:creationId xmlns:a16="http://schemas.microsoft.com/office/drawing/2014/main" id="{1E3C16DA-DE0E-EF4F-8088-B4E898E686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29797" y="3268040"/>
            <a:ext cx="1896533" cy="1896533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160D13E-1862-F4D9-7F52-17D673C742F7}"/>
              </a:ext>
            </a:extLst>
          </p:cNvPr>
          <p:cNvCxnSpPr/>
          <p:nvPr/>
        </p:nvCxnSpPr>
        <p:spPr>
          <a:xfrm>
            <a:off x="3695700" y="3429000"/>
            <a:ext cx="4508500" cy="660400"/>
          </a:xfrm>
          <a:prstGeom prst="straightConnector1">
            <a:avLst/>
          </a:prstGeom>
          <a:ln w="5715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640D2A4-B3BA-1CEB-EA78-5B6F52426CEE}"/>
              </a:ext>
            </a:extLst>
          </p:cNvPr>
          <p:cNvCxnSpPr>
            <a:cxnSpLocks/>
          </p:cNvCxnSpPr>
          <p:nvPr/>
        </p:nvCxnSpPr>
        <p:spPr>
          <a:xfrm flipH="1" flipV="1">
            <a:off x="3619500" y="4047059"/>
            <a:ext cx="4394030" cy="916104"/>
          </a:xfrm>
          <a:prstGeom prst="straightConnector1">
            <a:avLst/>
          </a:prstGeom>
          <a:ln w="5715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FC7BC4F-ADF4-7A6E-DF31-0D8DF800C7B9}"/>
              </a:ext>
            </a:extLst>
          </p:cNvPr>
          <p:cNvSpPr txBox="1"/>
          <p:nvPr/>
        </p:nvSpPr>
        <p:spPr>
          <a:xfrm>
            <a:off x="3647722" y="2832362"/>
            <a:ext cx="67325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Requête sur des vues ou des tables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A54168-1D75-A3A8-C25B-FE0A4B6995E6}"/>
              </a:ext>
            </a:extLst>
          </p:cNvPr>
          <p:cNvSpPr txBox="1"/>
          <p:nvPr/>
        </p:nvSpPr>
        <p:spPr>
          <a:xfrm>
            <a:off x="4205113" y="4469229"/>
            <a:ext cx="17939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Réponse</a:t>
            </a:r>
          </a:p>
        </p:txBody>
      </p:sp>
      <p:sp>
        <p:nvSpPr>
          <p:cNvPr id="3" name="PB">
            <a:extLst>
              <a:ext uri="{FF2B5EF4-FFF2-40B4-BE49-F238E27FC236}">
                <a16:creationId xmlns:a16="http://schemas.microsoft.com/office/drawing/2014/main" id="{3114D8CD-E157-96BB-CD48-05AA4CF05321}"/>
              </a:ext>
            </a:extLst>
          </p:cNvPr>
          <p:cNvSpPr/>
          <p:nvPr/>
        </p:nvSpPr>
        <p:spPr>
          <a:xfrm>
            <a:off x="0" y="6705600"/>
            <a:ext cx="3282462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0250252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Définition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b="1"/>
              <a:t>Représentation</a:t>
            </a:r>
            <a:r>
              <a:rPr lang="fr-CH"/>
              <a:t> </a:t>
            </a:r>
            <a:r>
              <a:rPr lang="fr-CH" b="1"/>
              <a:t>logique</a:t>
            </a:r>
            <a:r>
              <a:rPr lang="fr-CH"/>
              <a:t> basée sur une ou plusieurs tables</a:t>
            </a:r>
          </a:p>
          <a:p>
            <a:endParaRPr lang="fr-CH"/>
          </a:p>
          <a:p>
            <a:r>
              <a:rPr lang="fr-CH"/>
              <a:t>Caractéristiques :</a:t>
            </a:r>
          </a:p>
          <a:p>
            <a:pPr lvl="1"/>
            <a:r>
              <a:rPr lang="fr-CH"/>
              <a:t>Virtuelle</a:t>
            </a:r>
          </a:p>
          <a:p>
            <a:pPr lvl="1"/>
            <a:r>
              <a:rPr lang="fr-CH"/>
              <a:t>Simplifiée</a:t>
            </a:r>
          </a:p>
          <a:p>
            <a:pPr lvl="1"/>
            <a:r>
              <a:rPr lang="fr-CH"/>
              <a:t>Sécurisée</a:t>
            </a:r>
          </a:p>
          <a:p>
            <a:pPr lvl="1"/>
            <a:endParaRPr lang="fr-CH"/>
          </a:p>
          <a:p>
            <a:endParaRPr lang="fr-CH"/>
          </a:p>
          <a:p>
            <a:endParaRPr lang="fr-CH"/>
          </a:p>
          <a:p>
            <a:pPr marL="0" indent="0">
              <a:buNone/>
            </a:pPr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11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03.12.2025</a:t>
            </a:fld>
            <a:endParaRPr lang="fr-CH"/>
          </a:p>
        </p:txBody>
      </p:sp>
      <p:sp>
        <p:nvSpPr>
          <p:cNvPr id="7" name="PB">
            <a:extLst>
              <a:ext uri="{FF2B5EF4-FFF2-40B4-BE49-F238E27FC236}">
                <a16:creationId xmlns:a16="http://schemas.microsoft.com/office/drawing/2014/main" id="{B3D9159B-714D-735C-9DD0-43F072A7421C}"/>
              </a:ext>
            </a:extLst>
          </p:cNvPr>
          <p:cNvSpPr/>
          <p:nvPr/>
        </p:nvSpPr>
        <p:spPr>
          <a:xfrm>
            <a:off x="0" y="6705600"/>
            <a:ext cx="3751385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791934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Syntaxe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CH"/>
              <a:t>Création de la vue :</a:t>
            </a:r>
          </a:p>
          <a:p>
            <a:pPr marL="0" indent="0">
              <a:buNone/>
            </a:pPr>
            <a:r>
              <a:rPr lang="fr-CH"/>
              <a:t>CREATE VIEW &lt;</a:t>
            </a:r>
            <a:r>
              <a:rPr lang="fr-CH" err="1"/>
              <a:t>nom_de_la_vue</a:t>
            </a:r>
            <a:r>
              <a:rPr lang="fr-CH"/>
              <a:t>&gt; AS &lt;SQL_STATEMENTS&gt;;</a:t>
            </a:r>
          </a:p>
          <a:p>
            <a:pPr marL="0" indent="0">
              <a:buNone/>
            </a:pPr>
            <a:endParaRPr lang="fr-CH"/>
          </a:p>
          <a:p>
            <a:pPr marL="0" indent="0">
              <a:buNone/>
            </a:pPr>
            <a:r>
              <a:rPr lang="fr-CH"/>
              <a:t>Utilisation de la vue :</a:t>
            </a:r>
          </a:p>
          <a:p>
            <a:pPr marL="0" indent="0">
              <a:buNone/>
            </a:pPr>
            <a:r>
              <a:rPr lang="fr-CH"/>
              <a:t>SELECT &lt;</a:t>
            </a:r>
            <a:r>
              <a:rPr lang="fr-CH" err="1"/>
              <a:t>columns</a:t>
            </a:r>
            <a:r>
              <a:rPr lang="fr-CH"/>
              <a:t>&gt; FROM &lt;</a:t>
            </a:r>
            <a:r>
              <a:rPr lang="fr-CH" err="1"/>
              <a:t>nom_de_la_vue</a:t>
            </a:r>
            <a:r>
              <a:rPr lang="fr-CH"/>
              <a:t>&gt;,</a:t>
            </a:r>
          </a:p>
          <a:p>
            <a:pPr marL="0" indent="0">
              <a:buNone/>
            </a:pPr>
            <a:endParaRPr lang="fr-CH"/>
          </a:p>
          <a:p>
            <a:pPr marL="0" indent="0">
              <a:buNone/>
            </a:pPr>
            <a:endParaRPr lang="fr-CH"/>
          </a:p>
          <a:p>
            <a:pPr marL="0" indent="0">
              <a:buNone/>
            </a:pPr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12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03.12.2025</a:t>
            </a:fld>
            <a:endParaRPr lang="fr-CH"/>
          </a:p>
        </p:txBody>
      </p:sp>
      <p:sp>
        <p:nvSpPr>
          <p:cNvPr id="8" name="PB">
            <a:extLst>
              <a:ext uri="{FF2B5EF4-FFF2-40B4-BE49-F238E27FC236}">
                <a16:creationId xmlns:a16="http://schemas.microsoft.com/office/drawing/2014/main" id="{8C2B0894-DFF4-5585-9118-86EB920D2B79}"/>
              </a:ext>
            </a:extLst>
          </p:cNvPr>
          <p:cNvSpPr/>
          <p:nvPr/>
        </p:nvSpPr>
        <p:spPr>
          <a:xfrm>
            <a:off x="0" y="6705600"/>
            <a:ext cx="4220308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529420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H"/>
              <a:t>Peut-on effacer ou modifier à partir d’une vue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CH"/>
          </a:p>
          <a:p>
            <a:pPr marL="0" indent="0">
              <a:buNone/>
            </a:pPr>
            <a:r>
              <a:rPr lang="fr-CH"/>
              <a:t>Qu’en pensez-vous ? </a:t>
            </a:r>
          </a:p>
          <a:p>
            <a:pPr marL="0" indent="0">
              <a:buNone/>
            </a:pPr>
            <a:endParaRPr lang="fr-CH"/>
          </a:p>
          <a:p>
            <a:pPr marL="0" indent="0">
              <a:buNone/>
            </a:pPr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13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03.12.2025</a:t>
            </a:fld>
            <a:endParaRPr lang="fr-CH"/>
          </a:p>
        </p:txBody>
      </p:sp>
      <p:sp>
        <p:nvSpPr>
          <p:cNvPr id="7" name="PB">
            <a:extLst>
              <a:ext uri="{FF2B5EF4-FFF2-40B4-BE49-F238E27FC236}">
                <a16:creationId xmlns:a16="http://schemas.microsoft.com/office/drawing/2014/main" id="{98EEFC0E-173C-7E8D-DFDE-802B785658BF}"/>
              </a:ext>
            </a:extLst>
          </p:cNvPr>
          <p:cNvSpPr/>
          <p:nvPr/>
        </p:nvSpPr>
        <p:spPr>
          <a:xfrm>
            <a:off x="0" y="6705600"/>
            <a:ext cx="468923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3350944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H"/>
              <a:t>Peut-on effacer ou modifier à partir d’une vue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CH"/>
          </a:p>
          <a:p>
            <a:pPr marL="0" indent="0">
              <a:buNone/>
            </a:pPr>
            <a:r>
              <a:rPr lang="fr-CH" b="1"/>
              <a:t>Conditions nécessaires :</a:t>
            </a:r>
          </a:p>
          <a:p>
            <a:r>
              <a:rPr lang="fr-CH"/>
              <a:t>Utilisation du moteur de base de données </a:t>
            </a:r>
            <a:r>
              <a:rPr lang="fr-CH" err="1"/>
              <a:t>InnoDB</a:t>
            </a:r>
            <a:endParaRPr lang="fr-CH"/>
          </a:p>
          <a:p>
            <a:r>
              <a:rPr lang="fr-CH"/>
              <a:t>La vue doit n’impliquer qu’une seule table</a:t>
            </a:r>
          </a:p>
          <a:p>
            <a:endParaRPr lang="fr-CH"/>
          </a:p>
          <a:p>
            <a:pPr marL="0" indent="0">
              <a:buNone/>
            </a:pPr>
            <a:r>
              <a:rPr lang="fr-CH" b="1"/>
              <a:t>Remarque :</a:t>
            </a:r>
          </a:p>
          <a:p>
            <a:r>
              <a:rPr lang="fr-CH"/>
              <a:t>Plutôt une mauvaise pratique de faire du INSERT, DELETE ou du UPDATE sur une vue.</a:t>
            </a:r>
          </a:p>
          <a:p>
            <a:pPr marL="0" indent="0">
              <a:buNone/>
            </a:pPr>
            <a:endParaRPr lang="fr-CH"/>
          </a:p>
          <a:p>
            <a:pPr marL="0" indent="0">
              <a:buNone/>
            </a:pPr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14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03.12.2025</a:t>
            </a:fld>
            <a:endParaRPr lang="fr-CH"/>
          </a:p>
        </p:txBody>
      </p:sp>
      <p:sp>
        <p:nvSpPr>
          <p:cNvPr id="7" name="PB">
            <a:extLst>
              <a:ext uri="{FF2B5EF4-FFF2-40B4-BE49-F238E27FC236}">
                <a16:creationId xmlns:a16="http://schemas.microsoft.com/office/drawing/2014/main" id="{A88FF40A-6EA3-BB35-1AA1-90C06A9474B1}"/>
              </a:ext>
            </a:extLst>
          </p:cNvPr>
          <p:cNvSpPr/>
          <p:nvPr/>
        </p:nvSpPr>
        <p:spPr>
          <a:xfrm>
            <a:off x="0" y="6705600"/>
            <a:ext cx="5158154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1982935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Exemple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22000" cy="4351338"/>
          </a:xfrm>
        </p:spPr>
        <p:txBody>
          <a:bodyPr/>
          <a:lstStyle/>
          <a:p>
            <a:pPr marL="0" indent="0">
              <a:buNone/>
            </a:pPr>
            <a:r>
              <a:rPr lang="fr-CH"/>
              <a:t>Création d’une vue «</a:t>
            </a:r>
            <a:r>
              <a:rPr lang="fr-CH" err="1"/>
              <a:t>v_students</a:t>
            </a:r>
            <a:r>
              <a:rPr lang="fr-CH"/>
              <a:t>» qui affiche le nom et le prénom des étudiants :</a:t>
            </a:r>
          </a:p>
          <a:p>
            <a:pPr marL="0" indent="0">
              <a:buNone/>
            </a:pPr>
            <a:r>
              <a:rPr lang="fr-CH"/>
              <a:t>CREATE VIEW </a:t>
            </a:r>
            <a:r>
              <a:rPr lang="fr-CH" err="1"/>
              <a:t>v_students</a:t>
            </a:r>
            <a:r>
              <a:rPr lang="fr-CH"/>
              <a:t> AS SELECT </a:t>
            </a:r>
            <a:r>
              <a:rPr lang="fr-CH" err="1"/>
              <a:t>stuName</a:t>
            </a:r>
            <a:r>
              <a:rPr lang="fr-CH"/>
              <a:t>, </a:t>
            </a:r>
            <a:r>
              <a:rPr lang="fr-CH" err="1"/>
              <a:t>stuFirstName</a:t>
            </a:r>
            <a:r>
              <a:rPr lang="fr-CH"/>
              <a:t> FROM </a:t>
            </a:r>
            <a:r>
              <a:rPr lang="fr-CH" err="1"/>
              <a:t>t_students</a:t>
            </a:r>
            <a:r>
              <a:rPr lang="fr-CH"/>
              <a:t>;</a:t>
            </a:r>
          </a:p>
          <a:p>
            <a:pPr marL="0" indent="0">
              <a:buNone/>
            </a:pPr>
            <a:endParaRPr lang="fr-CH"/>
          </a:p>
          <a:p>
            <a:pPr marL="0" indent="0">
              <a:buNone/>
            </a:pPr>
            <a:r>
              <a:rPr lang="fr-CH"/>
              <a:t>SELECT </a:t>
            </a:r>
            <a:r>
              <a:rPr lang="fr-CH" err="1"/>
              <a:t>stuName</a:t>
            </a:r>
            <a:r>
              <a:rPr lang="fr-CH"/>
              <a:t> FROM </a:t>
            </a:r>
            <a:r>
              <a:rPr lang="fr-CH" err="1"/>
              <a:t>v_students</a:t>
            </a:r>
            <a:r>
              <a:rPr lang="fr-CH"/>
              <a:t>;</a:t>
            </a:r>
          </a:p>
          <a:p>
            <a:pPr marL="0" indent="0">
              <a:buNone/>
            </a:pPr>
            <a:endParaRPr lang="fr-CH"/>
          </a:p>
          <a:p>
            <a:pPr marL="0" indent="0">
              <a:buNone/>
            </a:pPr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15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03.12.2025</a:t>
            </a:fld>
            <a:endParaRPr lang="fr-CH"/>
          </a:p>
        </p:txBody>
      </p:sp>
      <p:sp>
        <p:nvSpPr>
          <p:cNvPr id="7" name="PB">
            <a:extLst>
              <a:ext uri="{FF2B5EF4-FFF2-40B4-BE49-F238E27FC236}">
                <a16:creationId xmlns:a16="http://schemas.microsoft.com/office/drawing/2014/main" id="{65DEE889-1BC6-FC75-5245-A682972565B2}"/>
              </a:ext>
            </a:extLst>
          </p:cNvPr>
          <p:cNvSpPr/>
          <p:nvPr/>
        </p:nvSpPr>
        <p:spPr>
          <a:xfrm>
            <a:off x="0" y="6705600"/>
            <a:ext cx="5627077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9182427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BRAINSTORM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/>
              <a:t>Citons quelques avantages à l’utilisation des vues.</a:t>
            </a:r>
          </a:p>
          <a:p>
            <a:r>
              <a:rPr lang="fr-CH"/>
              <a:t>A quoi ça sert finalement ?</a:t>
            </a:r>
          </a:p>
          <a:p>
            <a:pPr marL="0" indent="0">
              <a:buNone/>
            </a:pPr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16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03.12.2025</a:t>
            </a:fld>
            <a:endParaRPr lang="fr-CH"/>
          </a:p>
        </p:txBody>
      </p:sp>
      <p:sp>
        <p:nvSpPr>
          <p:cNvPr id="7" name="PB">
            <a:extLst>
              <a:ext uri="{FF2B5EF4-FFF2-40B4-BE49-F238E27FC236}">
                <a16:creationId xmlns:a16="http://schemas.microsoft.com/office/drawing/2014/main" id="{81DF6F50-B2EE-EDC0-B77E-061BA3CA3C88}"/>
              </a:ext>
            </a:extLst>
          </p:cNvPr>
          <p:cNvSpPr/>
          <p:nvPr/>
        </p:nvSpPr>
        <p:spPr>
          <a:xfrm>
            <a:off x="0" y="6705600"/>
            <a:ext cx="6096000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0169624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Activité 1 : Création de vues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/>
              <a:t>Ressources :</a:t>
            </a:r>
          </a:p>
          <a:p>
            <a:pPr lvl="1"/>
            <a:r>
              <a:rPr lang="fr-CH" dirty="0"/>
              <a:t>E-183-ALL-Views.docx</a:t>
            </a:r>
          </a:p>
          <a:p>
            <a:pPr lvl="1"/>
            <a:r>
              <a:rPr lang="fr-CH" dirty="0"/>
              <a:t>docker-views-stored-procedure.zip</a:t>
            </a:r>
          </a:p>
          <a:p>
            <a:endParaRPr lang="fr-CH" dirty="0"/>
          </a:p>
          <a:p>
            <a:r>
              <a:rPr lang="fr-CH" dirty="0"/>
              <a:t>Forme :</a:t>
            </a:r>
          </a:p>
          <a:p>
            <a:pPr lvl="1"/>
            <a:r>
              <a:rPr lang="fr-CH" dirty="0"/>
              <a:t>Temps à disposition : 45mn</a:t>
            </a:r>
          </a:p>
          <a:p>
            <a:pPr lvl="1"/>
            <a:r>
              <a:rPr lang="fr-CH" dirty="0"/>
              <a:t>Travail individuel</a:t>
            </a:r>
          </a:p>
          <a:p>
            <a:pPr lvl="1"/>
            <a:r>
              <a:rPr lang="fr-CH" dirty="0"/>
              <a:t>Auto-correction / demande individuelle</a:t>
            </a:r>
          </a:p>
          <a:p>
            <a:endParaRPr lang="fr-CH" dirty="0"/>
          </a:p>
          <a:p>
            <a:pPr marL="0" indent="0">
              <a:buNone/>
            </a:pPr>
            <a:endParaRPr lang="fr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17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03.12.2025</a:t>
            </a:fld>
            <a:endParaRPr lang="fr-CH"/>
          </a:p>
        </p:txBody>
      </p:sp>
      <p:sp>
        <p:nvSpPr>
          <p:cNvPr id="7" name="PB">
            <a:extLst>
              <a:ext uri="{FF2B5EF4-FFF2-40B4-BE49-F238E27FC236}">
                <a16:creationId xmlns:a16="http://schemas.microsoft.com/office/drawing/2014/main" id="{1F70DB48-4132-1712-8BA9-5F3A2DC1DEB7}"/>
              </a:ext>
            </a:extLst>
          </p:cNvPr>
          <p:cNvSpPr/>
          <p:nvPr/>
        </p:nvSpPr>
        <p:spPr>
          <a:xfrm>
            <a:off x="0" y="6705600"/>
            <a:ext cx="6564923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0907701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A417-48A2-4EC1-BB6A-E88DDE96D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>
                <a:solidFill>
                  <a:srgbClr val="004595"/>
                </a:solidFill>
              </a:rPr>
              <a:t>LES PROCÉDURES STOCKÉES</a:t>
            </a:r>
            <a:endParaRPr lang="fr-CH" b="1">
              <a:solidFill>
                <a:srgbClr val="00459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D445263-FEBF-14B5-1980-D96F3C15DC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CH" err="1"/>
              <a:t>Stored</a:t>
            </a:r>
            <a:r>
              <a:rPr lang="fr-CH"/>
              <a:t> </a:t>
            </a:r>
            <a:r>
              <a:rPr lang="fr-CH" err="1"/>
              <a:t>procedures</a:t>
            </a:r>
            <a:endParaRPr lang="fr-CH"/>
          </a:p>
        </p:txBody>
      </p:sp>
      <p:sp>
        <p:nvSpPr>
          <p:cNvPr id="3" name="PB">
            <a:extLst>
              <a:ext uri="{FF2B5EF4-FFF2-40B4-BE49-F238E27FC236}">
                <a16:creationId xmlns:a16="http://schemas.microsoft.com/office/drawing/2014/main" id="{5DD4454E-77A0-0614-752A-B23A9A90EB3F}"/>
              </a:ext>
            </a:extLst>
          </p:cNvPr>
          <p:cNvSpPr/>
          <p:nvPr/>
        </p:nvSpPr>
        <p:spPr>
          <a:xfrm>
            <a:off x="0" y="6705600"/>
            <a:ext cx="7033846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3359781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De base…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19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03.12.2025</a:t>
            </a:fld>
            <a:endParaRPr lang="fr-C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AB6BDC-1EBF-0E26-1C59-7A4282939769}"/>
              </a:ext>
            </a:extLst>
          </p:cNvPr>
          <p:cNvSpPr txBox="1"/>
          <p:nvPr/>
        </p:nvSpPr>
        <p:spPr>
          <a:xfrm>
            <a:off x="7662333" y="4963163"/>
            <a:ext cx="32314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 err="1">
                <a:solidFill>
                  <a:schemeClr val="bg1"/>
                </a:solidFill>
              </a:rPr>
              <a:t>Database</a:t>
            </a:r>
            <a:r>
              <a:rPr lang="fr-CH" sz="3600">
                <a:solidFill>
                  <a:schemeClr val="bg1"/>
                </a:solidFill>
              </a:rPr>
              <a:t> Server</a:t>
            </a:r>
          </a:p>
        </p:txBody>
      </p:sp>
      <p:pic>
        <p:nvPicPr>
          <p:cNvPr id="13" name="Graphic 12" descr="Internet with solid fill">
            <a:extLst>
              <a:ext uri="{FF2B5EF4-FFF2-40B4-BE49-F238E27FC236}">
                <a16:creationId xmlns:a16="http://schemas.microsoft.com/office/drawing/2014/main" id="{2B68DE75-A599-06C0-15C8-448D3F4431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90133" y="2895862"/>
            <a:ext cx="1896533" cy="18965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241E375-18D9-5E61-9D12-28F729232A14}"/>
              </a:ext>
            </a:extLst>
          </p:cNvPr>
          <p:cNvSpPr txBox="1"/>
          <p:nvPr/>
        </p:nvSpPr>
        <p:spPr>
          <a:xfrm>
            <a:off x="1806399" y="4316832"/>
            <a:ext cx="12640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Client</a:t>
            </a:r>
          </a:p>
        </p:txBody>
      </p:sp>
      <p:pic>
        <p:nvPicPr>
          <p:cNvPr id="8" name="Graphic 7" descr="Database outline">
            <a:extLst>
              <a:ext uri="{FF2B5EF4-FFF2-40B4-BE49-F238E27FC236}">
                <a16:creationId xmlns:a16="http://schemas.microsoft.com/office/drawing/2014/main" id="{1E3C16DA-DE0E-EF4F-8088-B4E898E686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29797" y="3268040"/>
            <a:ext cx="1896533" cy="1896533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160D13E-1862-F4D9-7F52-17D673C742F7}"/>
              </a:ext>
            </a:extLst>
          </p:cNvPr>
          <p:cNvCxnSpPr/>
          <p:nvPr/>
        </p:nvCxnSpPr>
        <p:spPr>
          <a:xfrm>
            <a:off x="3695700" y="3429000"/>
            <a:ext cx="4508500" cy="660400"/>
          </a:xfrm>
          <a:prstGeom prst="straightConnector1">
            <a:avLst/>
          </a:prstGeom>
          <a:ln w="5715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640D2A4-B3BA-1CEB-EA78-5B6F52426CEE}"/>
              </a:ext>
            </a:extLst>
          </p:cNvPr>
          <p:cNvCxnSpPr>
            <a:cxnSpLocks/>
          </p:cNvCxnSpPr>
          <p:nvPr/>
        </p:nvCxnSpPr>
        <p:spPr>
          <a:xfrm flipH="1" flipV="1">
            <a:off x="3619500" y="4047059"/>
            <a:ext cx="4394030" cy="916104"/>
          </a:xfrm>
          <a:prstGeom prst="straightConnector1">
            <a:avLst/>
          </a:prstGeom>
          <a:ln w="5715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FC7BC4F-ADF4-7A6E-DF31-0D8DF800C7B9}"/>
              </a:ext>
            </a:extLst>
          </p:cNvPr>
          <p:cNvSpPr txBox="1"/>
          <p:nvPr/>
        </p:nvSpPr>
        <p:spPr>
          <a:xfrm>
            <a:off x="4430870" y="2884270"/>
            <a:ext cx="17448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Requête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A54168-1D75-A3A8-C25B-FE0A4B6995E6}"/>
              </a:ext>
            </a:extLst>
          </p:cNvPr>
          <p:cNvSpPr txBox="1"/>
          <p:nvPr/>
        </p:nvSpPr>
        <p:spPr>
          <a:xfrm>
            <a:off x="4205113" y="4469229"/>
            <a:ext cx="17939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Réponse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7EBA59-6059-8126-EB2F-FE8F685F5F30}"/>
              </a:ext>
            </a:extLst>
          </p:cNvPr>
          <p:cNvSpPr txBox="1"/>
          <p:nvPr/>
        </p:nvSpPr>
        <p:spPr>
          <a:xfrm>
            <a:off x="772634" y="5464810"/>
            <a:ext cx="43294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accent4">
                    <a:lumMod val="75000"/>
                  </a:schemeClr>
                </a:solidFill>
              </a:rPr>
              <a:t>Fonctions, procédures</a:t>
            </a:r>
          </a:p>
        </p:txBody>
      </p:sp>
      <p:sp>
        <p:nvSpPr>
          <p:cNvPr id="7" name="PB">
            <a:extLst>
              <a:ext uri="{FF2B5EF4-FFF2-40B4-BE49-F238E27FC236}">
                <a16:creationId xmlns:a16="http://schemas.microsoft.com/office/drawing/2014/main" id="{0CB5E72F-CC30-C6AB-1F70-C7907C8DF60A}"/>
              </a:ext>
            </a:extLst>
          </p:cNvPr>
          <p:cNvSpPr/>
          <p:nvPr/>
        </p:nvSpPr>
        <p:spPr>
          <a:xfrm>
            <a:off x="0" y="6705600"/>
            <a:ext cx="7502769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3071493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H"/>
              <a:t>Bougeons certains éléments vers le serveur de base de données…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20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03.12.2025</a:t>
            </a:fld>
            <a:endParaRPr lang="fr-C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AB6BDC-1EBF-0E26-1C59-7A4282939769}"/>
              </a:ext>
            </a:extLst>
          </p:cNvPr>
          <p:cNvSpPr txBox="1"/>
          <p:nvPr/>
        </p:nvSpPr>
        <p:spPr>
          <a:xfrm>
            <a:off x="7662333" y="4963163"/>
            <a:ext cx="32314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 err="1">
                <a:solidFill>
                  <a:schemeClr val="bg1"/>
                </a:solidFill>
              </a:rPr>
              <a:t>Database</a:t>
            </a:r>
            <a:r>
              <a:rPr lang="fr-CH" sz="3600">
                <a:solidFill>
                  <a:schemeClr val="bg1"/>
                </a:solidFill>
              </a:rPr>
              <a:t> Server</a:t>
            </a:r>
          </a:p>
        </p:txBody>
      </p:sp>
      <p:pic>
        <p:nvPicPr>
          <p:cNvPr id="13" name="Graphic 12" descr="Internet with solid fill">
            <a:extLst>
              <a:ext uri="{FF2B5EF4-FFF2-40B4-BE49-F238E27FC236}">
                <a16:creationId xmlns:a16="http://schemas.microsoft.com/office/drawing/2014/main" id="{2B68DE75-A599-06C0-15C8-448D3F4431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90133" y="2895862"/>
            <a:ext cx="1896533" cy="18965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241E375-18D9-5E61-9D12-28F729232A14}"/>
              </a:ext>
            </a:extLst>
          </p:cNvPr>
          <p:cNvSpPr txBox="1"/>
          <p:nvPr/>
        </p:nvSpPr>
        <p:spPr>
          <a:xfrm>
            <a:off x="1806399" y="4316832"/>
            <a:ext cx="12640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Client</a:t>
            </a:r>
          </a:p>
        </p:txBody>
      </p:sp>
      <p:pic>
        <p:nvPicPr>
          <p:cNvPr id="8" name="Graphic 7" descr="Database outline">
            <a:extLst>
              <a:ext uri="{FF2B5EF4-FFF2-40B4-BE49-F238E27FC236}">
                <a16:creationId xmlns:a16="http://schemas.microsoft.com/office/drawing/2014/main" id="{1E3C16DA-DE0E-EF4F-8088-B4E898E686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29797" y="3268040"/>
            <a:ext cx="1896533" cy="1896533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160D13E-1862-F4D9-7F52-17D673C742F7}"/>
              </a:ext>
            </a:extLst>
          </p:cNvPr>
          <p:cNvCxnSpPr/>
          <p:nvPr/>
        </p:nvCxnSpPr>
        <p:spPr>
          <a:xfrm>
            <a:off x="3695700" y="3429000"/>
            <a:ext cx="4508500" cy="660400"/>
          </a:xfrm>
          <a:prstGeom prst="straightConnector1">
            <a:avLst/>
          </a:prstGeom>
          <a:ln w="5715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640D2A4-B3BA-1CEB-EA78-5B6F52426CEE}"/>
              </a:ext>
            </a:extLst>
          </p:cNvPr>
          <p:cNvCxnSpPr>
            <a:cxnSpLocks/>
          </p:cNvCxnSpPr>
          <p:nvPr/>
        </p:nvCxnSpPr>
        <p:spPr>
          <a:xfrm flipH="1" flipV="1">
            <a:off x="3619500" y="4047059"/>
            <a:ext cx="4394030" cy="916104"/>
          </a:xfrm>
          <a:prstGeom prst="straightConnector1">
            <a:avLst/>
          </a:prstGeom>
          <a:ln w="5715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FC7BC4F-ADF4-7A6E-DF31-0D8DF800C7B9}"/>
              </a:ext>
            </a:extLst>
          </p:cNvPr>
          <p:cNvSpPr txBox="1"/>
          <p:nvPr/>
        </p:nvSpPr>
        <p:spPr>
          <a:xfrm>
            <a:off x="4430870" y="2884270"/>
            <a:ext cx="25571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Appel (CALL)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A54168-1D75-A3A8-C25B-FE0A4B6995E6}"/>
              </a:ext>
            </a:extLst>
          </p:cNvPr>
          <p:cNvSpPr txBox="1"/>
          <p:nvPr/>
        </p:nvSpPr>
        <p:spPr>
          <a:xfrm>
            <a:off x="4205113" y="4469229"/>
            <a:ext cx="17939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Réponse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7EBA59-6059-8126-EB2F-FE8F685F5F30}"/>
              </a:ext>
            </a:extLst>
          </p:cNvPr>
          <p:cNvSpPr txBox="1"/>
          <p:nvPr/>
        </p:nvSpPr>
        <p:spPr>
          <a:xfrm>
            <a:off x="7529034" y="2545708"/>
            <a:ext cx="43294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accent4">
                    <a:lumMod val="75000"/>
                  </a:schemeClr>
                </a:solidFill>
              </a:rPr>
              <a:t>Fonctions, procédures</a:t>
            </a:r>
          </a:p>
        </p:txBody>
      </p:sp>
      <p:sp>
        <p:nvSpPr>
          <p:cNvPr id="7" name="PB">
            <a:extLst>
              <a:ext uri="{FF2B5EF4-FFF2-40B4-BE49-F238E27FC236}">
                <a16:creationId xmlns:a16="http://schemas.microsoft.com/office/drawing/2014/main" id="{B88E2EAE-0325-B385-4982-5F2F03CD523D}"/>
              </a:ext>
            </a:extLst>
          </p:cNvPr>
          <p:cNvSpPr/>
          <p:nvPr/>
        </p:nvSpPr>
        <p:spPr>
          <a:xfrm>
            <a:off x="0" y="6705600"/>
            <a:ext cx="7971692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5795229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De quoi parle-t-on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/>
              <a:t>Une procédure stockée est une série de commandes SQL précompilées qui sont stockées dans la base de données</a:t>
            </a: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>
              <a:effectLst/>
              <a:highlight>
                <a:srgbClr val="FFFF00"/>
              </a:highlight>
              <a:latin typeface="Century Gothic" panose="020B0502020202020204" pitchFamily="34" charset="0"/>
            </a:endParaRP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/>
          </a:p>
          <a:p>
            <a:endParaRPr lang="fr-CH"/>
          </a:p>
          <a:p>
            <a:endParaRPr lang="fr-CH"/>
          </a:p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21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03.12.2025</a:t>
            </a:fld>
            <a:endParaRPr lang="fr-CH"/>
          </a:p>
        </p:txBody>
      </p:sp>
      <p:sp>
        <p:nvSpPr>
          <p:cNvPr id="7" name="PB">
            <a:extLst>
              <a:ext uri="{FF2B5EF4-FFF2-40B4-BE49-F238E27FC236}">
                <a16:creationId xmlns:a16="http://schemas.microsoft.com/office/drawing/2014/main" id="{E8870170-9810-F211-8C22-C257A8FE2AEC}"/>
              </a:ext>
            </a:extLst>
          </p:cNvPr>
          <p:cNvSpPr/>
          <p:nvPr/>
        </p:nvSpPr>
        <p:spPr>
          <a:xfrm>
            <a:off x="0" y="6705600"/>
            <a:ext cx="8440615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8856001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Syntaxe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CH"/>
              <a:t>DELIMITER // </a:t>
            </a:r>
          </a:p>
          <a:p>
            <a:pPr marL="0" indent="0">
              <a:buNone/>
            </a:pPr>
            <a:r>
              <a:rPr lang="fr-CH"/>
              <a:t>CREATE PROCEDURE &lt;</a:t>
            </a:r>
            <a:r>
              <a:rPr lang="fr-CH" err="1"/>
              <a:t>nom_de_la_procedure</a:t>
            </a:r>
            <a:r>
              <a:rPr lang="fr-CH"/>
              <a:t>&gt;([&lt;IN argument&gt;] [&lt;OUT&gt; argument]) </a:t>
            </a:r>
          </a:p>
          <a:p>
            <a:pPr marL="0" indent="0">
              <a:buNone/>
            </a:pPr>
            <a:r>
              <a:rPr lang="fr-CH"/>
              <a:t>BEGIN </a:t>
            </a:r>
          </a:p>
          <a:p>
            <a:pPr marL="0" indent="0">
              <a:buNone/>
            </a:pPr>
            <a:r>
              <a:rPr lang="fr-CH"/>
              <a:t>   &lt;instructions SQL&gt;</a:t>
            </a:r>
          </a:p>
          <a:p>
            <a:pPr marL="0" indent="0">
              <a:buNone/>
            </a:pPr>
            <a:r>
              <a:rPr lang="fr-CH"/>
              <a:t>END // </a:t>
            </a:r>
          </a:p>
          <a:p>
            <a:pPr marL="0" indent="0">
              <a:buNone/>
            </a:pPr>
            <a:r>
              <a:rPr lang="fr-CH"/>
              <a:t>DELIMITER ;</a:t>
            </a:r>
          </a:p>
          <a:p>
            <a:pPr marL="0" indent="0">
              <a:buNone/>
            </a:pPr>
            <a:endParaRPr lang="fr-CH"/>
          </a:p>
          <a:p>
            <a:pPr marL="0" indent="0">
              <a:buNone/>
            </a:pPr>
            <a:endParaRPr lang="fr-CH"/>
          </a:p>
          <a:p>
            <a:pPr marL="0" indent="0">
              <a:buNone/>
            </a:pPr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22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03.12.2025</a:t>
            </a:fld>
            <a:endParaRPr lang="fr-CH"/>
          </a:p>
        </p:txBody>
      </p:sp>
      <p:sp>
        <p:nvSpPr>
          <p:cNvPr id="8" name="PB">
            <a:extLst>
              <a:ext uri="{FF2B5EF4-FFF2-40B4-BE49-F238E27FC236}">
                <a16:creationId xmlns:a16="http://schemas.microsoft.com/office/drawing/2014/main" id="{76409C25-BC9D-055C-73AF-AA191CE52EF3}"/>
              </a:ext>
            </a:extLst>
          </p:cNvPr>
          <p:cNvSpPr/>
          <p:nvPr/>
        </p:nvSpPr>
        <p:spPr>
          <a:xfrm>
            <a:off x="0" y="6705600"/>
            <a:ext cx="8909538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3093914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Syntaxe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CH"/>
              <a:t>Les paramètres :</a:t>
            </a:r>
          </a:p>
          <a:p>
            <a:pPr marL="0" indent="0">
              <a:buNone/>
            </a:pPr>
            <a:endParaRPr lang="fr-CH"/>
          </a:p>
          <a:p>
            <a:r>
              <a:rPr lang="fr-CH"/>
              <a:t>IN : permet de donner une information à la </a:t>
            </a:r>
            <a:r>
              <a:rPr lang="fr-CH" err="1"/>
              <a:t>stored</a:t>
            </a:r>
            <a:r>
              <a:rPr lang="fr-CH"/>
              <a:t> </a:t>
            </a:r>
            <a:r>
              <a:rPr lang="fr-CH" err="1"/>
              <a:t>procedure</a:t>
            </a:r>
            <a:endParaRPr lang="fr-CH"/>
          </a:p>
          <a:p>
            <a:r>
              <a:rPr lang="fr-CH"/>
              <a:t>OUT : permet de récupérer une information de la </a:t>
            </a:r>
            <a:r>
              <a:rPr lang="fr-CH" err="1"/>
              <a:t>stored</a:t>
            </a:r>
            <a:r>
              <a:rPr lang="fr-CH"/>
              <a:t> </a:t>
            </a:r>
            <a:r>
              <a:rPr lang="fr-CH" err="1"/>
              <a:t>procedure</a:t>
            </a:r>
            <a:endParaRPr lang="fr-CH"/>
          </a:p>
          <a:p>
            <a:r>
              <a:rPr lang="fr-CH"/>
              <a:t>INOUT : permet de donner une information et de récupérer sa mise à jour</a:t>
            </a:r>
          </a:p>
          <a:p>
            <a:pPr marL="0" indent="0">
              <a:buNone/>
            </a:pPr>
            <a:endParaRPr lang="fr-CH"/>
          </a:p>
          <a:p>
            <a:pPr marL="0" indent="0">
              <a:buNone/>
            </a:pPr>
            <a:endParaRPr lang="fr-CH"/>
          </a:p>
          <a:p>
            <a:pPr marL="0" indent="0">
              <a:buNone/>
            </a:pPr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23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03.12.2025</a:t>
            </a:fld>
            <a:endParaRPr lang="fr-CH"/>
          </a:p>
        </p:txBody>
      </p:sp>
      <p:sp>
        <p:nvSpPr>
          <p:cNvPr id="7" name="PB">
            <a:extLst>
              <a:ext uri="{FF2B5EF4-FFF2-40B4-BE49-F238E27FC236}">
                <a16:creationId xmlns:a16="http://schemas.microsoft.com/office/drawing/2014/main" id="{6679C994-876F-9522-C9EB-C21488346478}"/>
              </a:ext>
            </a:extLst>
          </p:cNvPr>
          <p:cNvSpPr/>
          <p:nvPr/>
        </p:nvSpPr>
        <p:spPr>
          <a:xfrm>
            <a:off x="0" y="6705600"/>
            <a:ext cx="9378462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0200106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Syntaxe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CH"/>
              <a:t>Les paramètres :</a:t>
            </a:r>
          </a:p>
          <a:p>
            <a:pPr marL="0" indent="0">
              <a:buNone/>
            </a:pPr>
            <a:endParaRPr lang="fr-CH"/>
          </a:p>
          <a:p>
            <a:r>
              <a:rPr lang="fr-CH"/>
              <a:t>IN : permet de donner une information à la </a:t>
            </a:r>
            <a:r>
              <a:rPr lang="fr-CH" err="1"/>
              <a:t>stored</a:t>
            </a:r>
            <a:r>
              <a:rPr lang="fr-CH"/>
              <a:t> </a:t>
            </a:r>
            <a:r>
              <a:rPr lang="fr-CH" err="1"/>
              <a:t>procedure</a:t>
            </a:r>
            <a:endParaRPr lang="fr-CH"/>
          </a:p>
          <a:p>
            <a:r>
              <a:rPr lang="fr-CH"/>
              <a:t>OUT : permet de récupérer une information de la </a:t>
            </a:r>
            <a:r>
              <a:rPr lang="fr-CH" err="1"/>
              <a:t>stored</a:t>
            </a:r>
            <a:r>
              <a:rPr lang="fr-CH"/>
              <a:t> </a:t>
            </a:r>
            <a:r>
              <a:rPr lang="fr-CH" err="1"/>
              <a:t>procedure</a:t>
            </a:r>
            <a:endParaRPr lang="fr-CH"/>
          </a:p>
          <a:p>
            <a:r>
              <a:rPr lang="fr-CH"/>
              <a:t>INOUT : permet de donner une information et de récupérer sa mise à jour</a:t>
            </a:r>
          </a:p>
          <a:p>
            <a:pPr marL="0" indent="0">
              <a:buNone/>
            </a:pPr>
            <a:endParaRPr lang="fr-CH"/>
          </a:p>
          <a:p>
            <a:pPr marL="0" indent="0">
              <a:buNone/>
            </a:pPr>
            <a:endParaRPr lang="fr-CH"/>
          </a:p>
          <a:p>
            <a:pPr marL="0" indent="0">
              <a:buNone/>
            </a:pPr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24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03.12.2025</a:t>
            </a:fld>
            <a:endParaRPr lang="fr-CH"/>
          </a:p>
        </p:txBody>
      </p:sp>
      <p:sp>
        <p:nvSpPr>
          <p:cNvPr id="7" name="PB">
            <a:extLst>
              <a:ext uri="{FF2B5EF4-FFF2-40B4-BE49-F238E27FC236}">
                <a16:creationId xmlns:a16="http://schemas.microsoft.com/office/drawing/2014/main" id="{53547ABB-C4F6-0782-0AB7-8377998E763C}"/>
              </a:ext>
            </a:extLst>
          </p:cNvPr>
          <p:cNvSpPr/>
          <p:nvPr/>
        </p:nvSpPr>
        <p:spPr>
          <a:xfrm>
            <a:off x="0" y="6705600"/>
            <a:ext cx="9847385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1622904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Exemple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/>
              <a:t>DELIMITER // </a:t>
            </a:r>
          </a:p>
          <a:p>
            <a:pPr marL="0" indent="0">
              <a:buNone/>
            </a:pPr>
            <a:r>
              <a:rPr lang="en-US"/>
              <a:t>CREATE PROCEDURE </a:t>
            </a:r>
            <a:r>
              <a:rPr lang="en-US" err="1"/>
              <a:t>get_car_stats_by_year</a:t>
            </a:r>
            <a:r>
              <a:rPr lang="en-US"/>
              <a:t>( </a:t>
            </a:r>
          </a:p>
          <a:p>
            <a:pPr marL="0" indent="0">
              <a:buNone/>
            </a:pPr>
            <a:r>
              <a:rPr lang="en-US"/>
              <a:t>  IN </a:t>
            </a:r>
            <a:r>
              <a:rPr lang="en-US" err="1"/>
              <a:t>year_filter</a:t>
            </a:r>
            <a:r>
              <a:rPr lang="en-US"/>
              <a:t> int, </a:t>
            </a:r>
          </a:p>
          <a:p>
            <a:pPr marL="0" indent="0">
              <a:buNone/>
            </a:pPr>
            <a:r>
              <a:rPr lang="en-US"/>
              <a:t>  OUT </a:t>
            </a:r>
            <a:r>
              <a:rPr lang="en-US" err="1"/>
              <a:t>cars_number</a:t>
            </a:r>
            <a:r>
              <a:rPr lang="en-US"/>
              <a:t> int, </a:t>
            </a:r>
          </a:p>
          <a:p>
            <a:pPr marL="0" indent="0">
              <a:buNone/>
            </a:pPr>
            <a:r>
              <a:rPr lang="en-US"/>
              <a:t>  OUT </a:t>
            </a:r>
            <a:r>
              <a:rPr lang="en-US" err="1"/>
              <a:t>min_value</a:t>
            </a:r>
            <a:r>
              <a:rPr lang="en-US"/>
              <a:t> decimal(10, 2), </a:t>
            </a:r>
          </a:p>
          <a:p>
            <a:pPr marL="0" indent="0">
              <a:buNone/>
            </a:pPr>
            <a:r>
              <a:rPr lang="en-US"/>
              <a:t>  OUT </a:t>
            </a:r>
            <a:r>
              <a:rPr lang="en-US" err="1"/>
              <a:t>avg_value</a:t>
            </a:r>
            <a:r>
              <a:rPr lang="en-US"/>
              <a:t> decimal(10, 2), </a:t>
            </a:r>
          </a:p>
          <a:p>
            <a:pPr marL="0" indent="0">
              <a:buNone/>
            </a:pPr>
            <a:r>
              <a:rPr lang="en-US"/>
              <a:t>  OUT </a:t>
            </a:r>
            <a:r>
              <a:rPr lang="en-US" err="1"/>
              <a:t>max_value</a:t>
            </a:r>
            <a:r>
              <a:rPr lang="en-US"/>
              <a:t> decimal(10, 2) </a:t>
            </a:r>
          </a:p>
          <a:p>
            <a:pPr marL="0" indent="0">
              <a:buNone/>
            </a:pPr>
            <a:r>
              <a:rPr lang="en-US"/>
              <a:t>) </a:t>
            </a:r>
          </a:p>
          <a:p>
            <a:pPr marL="0" indent="0">
              <a:buNone/>
            </a:pPr>
            <a:r>
              <a:rPr lang="en-US"/>
              <a:t>BEGIN </a:t>
            </a:r>
          </a:p>
          <a:p>
            <a:pPr marL="0" indent="0">
              <a:buNone/>
            </a:pPr>
            <a:r>
              <a:rPr lang="en-US"/>
              <a:t>  SELECT COUNT(*), MIN(value), AVG(value), MAX(value) </a:t>
            </a:r>
          </a:p>
          <a:p>
            <a:pPr marL="0" indent="0">
              <a:buNone/>
            </a:pPr>
            <a:r>
              <a:rPr lang="en-US"/>
              <a:t>  INTO </a:t>
            </a:r>
            <a:r>
              <a:rPr lang="en-US" err="1"/>
              <a:t>cars_number</a:t>
            </a:r>
            <a:r>
              <a:rPr lang="en-US"/>
              <a:t>, </a:t>
            </a:r>
            <a:r>
              <a:rPr lang="en-US" err="1"/>
              <a:t>min_value</a:t>
            </a:r>
            <a:r>
              <a:rPr lang="en-US"/>
              <a:t>, </a:t>
            </a:r>
            <a:r>
              <a:rPr lang="en-US" err="1"/>
              <a:t>avg_value</a:t>
            </a:r>
            <a:r>
              <a:rPr lang="en-US"/>
              <a:t>, </a:t>
            </a:r>
            <a:r>
              <a:rPr lang="en-US" err="1"/>
              <a:t>max_value</a:t>
            </a:r>
            <a:r>
              <a:rPr lang="en-US"/>
              <a:t> </a:t>
            </a:r>
          </a:p>
          <a:p>
            <a:pPr marL="0" indent="0">
              <a:buNone/>
            </a:pPr>
            <a:r>
              <a:rPr lang="en-US"/>
              <a:t>  FROM cars </a:t>
            </a:r>
          </a:p>
          <a:p>
            <a:pPr marL="0" indent="0">
              <a:buNone/>
            </a:pPr>
            <a:r>
              <a:rPr lang="en-US"/>
              <a:t>  WHERE year = </a:t>
            </a:r>
            <a:r>
              <a:rPr lang="en-US" err="1"/>
              <a:t>year_filter</a:t>
            </a:r>
            <a:r>
              <a:rPr lang="en-US"/>
              <a:t> ORDER BY make, value DESC; </a:t>
            </a:r>
          </a:p>
          <a:p>
            <a:pPr marL="0" indent="0">
              <a:buNone/>
            </a:pPr>
            <a:r>
              <a:rPr lang="en-US"/>
              <a:t>END // </a:t>
            </a:r>
          </a:p>
          <a:p>
            <a:pPr marL="0" indent="0">
              <a:buNone/>
            </a:pPr>
            <a:r>
              <a:rPr lang="en-US"/>
              <a:t>DELIMITER ; </a:t>
            </a:r>
          </a:p>
          <a:p>
            <a:endParaRPr lang="fr-CH"/>
          </a:p>
          <a:p>
            <a:pPr marL="0" indent="0">
              <a:buNone/>
            </a:pPr>
            <a:endParaRPr lang="fr-CH"/>
          </a:p>
          <a:p>
            <a:pPr marL="0" indent="0">
              <a:buNone/>
            </a:pPr>
            <a:endParaRPr lang="fr-CH"/>
          </a:p>
          <a:p>
            <a:pPr marL="0" indent="0">
              <a:buNone/>
            </a:pPr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25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03.12.2025</a:t>
            </a:fld>
            <a:endParaRPr lang="fr-CH"/>
          </a:p>
        </p:txBody>
      </p:sp>
      <p:sp>
        <p:nvSpPr>
          <p:cNvPr id="9" name="PB">
            <a:extLst>
              <a:ext uri="{FF2B5EF4-FFF2-40B4-BE49-F238E27FC236}">
                <a16:creationId xmlns:a16="http://schemas.microsoft.com/office/drawing/2014/main" id="{17ABB359-6A39-E233-902B-5E9B15A1416E}"/>
              </a:ext>
            </a:extLst>
          </p:cNvPr>
          <p:cNvSpPr/>
          <p:nvPr/>
        </p:nvSpPr>
        <p:spPr>
          <a:xfrm>
            <a:off x="0" y="6705600"/>
            <a:ext cx="10316308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8233480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Exemple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CALL </a:t>
            </a:r>
            <a:r>
              <a:rPr lang="en-US" err="1"/>
              <a:t>get_car_stats_by_year</a:t>
            </a:r>
            <a:r>
              <a:rPr lang="en-US"/>
              <a:t>(2024, @number, @min, @average, @max);</a:t>
            </a:r>
          </a:p>
          <a:p>
            <a:endParaRPr lang="fr-CH"/>
          </a:p>
          <a:p>
            <a:pPr marL="0" indent="0">
              <a:buNone/>
            </a:pPr>
            <a:endParaRPr lang="fr-CH"/>
          </a:p>
          <a:p>
            <a:pPr marL="0" indent="0">
              <a:buNone/>
            </a:pPr>
            <a:endParaRPr lang="fr-CH"/>
          </a:p>
          <a:p>
            <a:pPr marL="0" indent="0">
              <a:buNone/>
            </a:pPr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26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03.12.2025</a:t>
            </a:fld>
            <a:endParaRPr lang="fr-CH"/>
          </a:p>
        </p:txBody>
      </p:sp>
      <p:sp>
        <p:nvSpPr>
          <p:cNvPr id="9" name="PB">
            <a:extLst>
              <a:ext uri="{FF2B5EF4-FFF2-40B4-BE49-F238E27FC236}">
                <a16:creationId xmlns:a16="http://schemas.microsoft.com/office/drawing/2014/main" id="{17ABB359-6A39-E233-902B-5E9B15A1416E}"/>
              </a:ext>
            </a:extLst>
          </p:cNvPr>
          <p:cNvSpPr/>
          <p:nvPr/>
        </p:nvSpPr>
        <p:spPr>
          <a:xfrm>
            <a:off x="0" y="6705600"/>
            <a:ext cx="10316308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8790861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AEC8B-4876-9695-B682-E820623E3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4EC18-AE93-0977-E377-5CBC8ADAB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 dirty="0" err="1"/>
              <a:t>Procedure</a:t>
            </a:r>
            <a:r>
              <a:rPr lang="fr-CH" dirty="0"/>
              <a:t> et fonction…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A1DAC-F1AD-EEBA-9548-C7189D7209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9101"/>
            <a:ext cx="6168992" cy="4351338"/>
          </a:xfrm>
        </p:spPr>
        <p:txBody>
          <a:bodyPr>
            <a:normAutofit/>
          </a:bodyPr>
          <a:lstStyle/>
          <a:p>
            <a:r>
              <a:rPr lang="fr-CH" dirty="0" err="1"/>
              <a:t>Procedure</a:t>
            </a:r>
            <a:endParaRPr lang="fr-CH" dirty="0"/>
          </a:p>
          <a:p>
            <a:pPr lvl="1"/>
            <a:r>
              <a:rPr lang="fr-CH" dirty="0"/>
              <a:t>CALL</a:t>
            </a:r>
          </a:p>
          <a:p>
            <a:pPr lvl="1"/>
            <a:r>
              <a:rPr lang="fr-CH" dirty="0"/>
              <a:t>OUT / INOUT</a:t>
            </a:r>
          </a:p>
          <a:p>
            <a:pPr marL="457200" lvl="1" indent="0">
              <a:buNone/>
            </a:pPr>
            <a:endParaRPr lang="fr-CH" dirty="0"/>
          </a:p>
          <a:p>
            <a:endParaRPr lang="fr-CH" dirty="0"/>
          </a:p>
          <a:p>
            <a:pPr marL="0" indent="0">
              <a:buNone/>
            </a:pPr>
            <a:endParaRPr lang="fr-CH" dirty="0"/>
          </a:p>
          <a:p>
            <a:pPr marL="0" indent="0">
              <a:buNone/>
            </a:pPr>
            <a:endParaRPr lang="fr-CH" dirty="0"/>
          </a:p>
          <a:p>
            <a:pPr marL="0" indent="0">
              <a:buNone/>
            </a:pPr>
            <a:endParaRPr lang="fr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96D462-F8A3-F58C-0E0A-501AEEC92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27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F7BFEB1-F65D-5F73-BF75-B04DB2040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03.12.2025</a:t>
            </a:fld>
            <a:endParaRPr lang="fr-CH"/>
          </a:p>
        </p:txBody>
      </p:sp>
      <p:sp>
        <p:nvSpPr>
          <p:cNvPr id="9" name="PB">
            <a:extLst>
              <a:ext uri="{FF2B5EF4-FFF2-40B4-BE49-F238E27FC236}">
                <a16:creationId xmlns:a16="http://schemas.microsoft.com/office/drawing/2014/main" id="{F1D3B505-92A6-698F-E629-FDC290DC9869}"/>
              </a:ext>
            </a:extLst>
          </p:cNvPr>
          <p:cNvSpPr/>
          <p:nvPr/>
        </p:nvSpPr>
        <p:spPr>
          <a:xfrm>
            <a:off x="0" y="6721474"/>
            <a:ext cx="10596282" cy="136525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7C99D62-0A6C-5447-16E6-9096FE1D1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079" y="3180302"/>
            <a:ext cx="3713254" cy="2996661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24D74ED2-F126-8006-30E0-A724B33DEE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6558" y="2708651"/>
            <a:ext cx="4368363" cy="3672306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EFADFF7-1550-B53E-3762-B0F41FB08728}"/>
              </a:ext>
            </a:extLst>
          </p:cNvPr>
          <p:cNvSpPr txBox="1">
            <a:spLocks/>
          </p:cNvSpPr>
          <p:nvPr/>
        </p:nvSpPr>
        <p:spPr>
          <a:xfrm>
            <a:off x="5667309" y="1689101"/>
            <a:ext cx="616899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0459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459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0459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459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459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dirty="0" err="1"/>
              <a:t>Function</a:t>
            </a:r>
            <a:endParaRPr lang="fr-CH" dirty="0"/>
          </a:p>
          <a:p>
            <a:pPr lvl="1"/>
            <a:r>
              <a:rPr lang="fr-CH" dirty="0"/>
              <a:t>«SELECT hello(</a:t>
            </a:r>
            <a:r>
              <a:rPr lang="fr-CH" dirty="0" err="1"/>
              <a:t>name</a:t>
            </a:r>
            <a:r>
              <a:rPr lang="fr-CH" dirty="0"/>
              <a:t>) FROM </a:t>
            </a:r>
            <a:r>
              <a:rPr lang="fr-CH" dirty="0" err="1"/>
              <a:t>Users</a:t>
            </a:r>
            <a:r>
              <a:rPr lang="fr-CH" dirty="0"/>
              <a:t>»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CH" dirty="0"/>
          </a:p>
          <a:p>
            <a:pPr marL="0" indent="0">
              <a:buFont typeface="Arial" panose="020B0604020202020204" pitchFamily="34" charset="0"/>
              <a:buNone/>
            </a:pPr>
            <a:endParaRPr lang="fr-CH" dirty="0"/>
          </a:p>
          <a:p>
            <a:pPr marL="0" indent="0">
              <a:buFont typeface="Arial" panose="020B0604020202020204" pitchFamily="34" charset="0"/>
              <a:buNone/>
            </a:pPr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414243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H" dirty="0"/>
              <a:t>Activité 2 : Création de </a:t>
            </a:r>
            <a:r>
              <a:rPr lang="fr-CH" dirty="0" err="1"/>
              <a:t>stored</a:t>
            </a:r>
            <a:r>
              <a:rPr lang="fr-CH" dirty="0"/>
              <a:t> </a:t>
            </a:r>
            <a:r>
              <a:rPr lang="fr-CH" dirty="0" err="1"/>
              <a:t>procedures</a:t>
            </a:r>
            <a:endParaRPr lang="fr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/>
              <a:t>E-183-ALL-Stored-Procedures</a:t>
            </a:r>
          </a:p>
          <a:p>
            <a:endParaRPr lang="fr-CH" dirty="0"/>
          </a:p>
          <a:p>
            <a:r>
              <a:rPr lang="fr-CH" dirty="0"/>
              <a:t>Temps à disposition : 1-2p</a:t>
            </a:r>
          </a:p>
          <a:p>
            <a:r>
              <a:rPr lang="fr-CH" dirty="0"/>
              <a:t>Travail individuel</a:t>
            </a:r>
          </a:p>
          <a:p>
            <a:endParaRPr lang="fr-CH" dirty="0"/>
          </a:p>
          <a:p>
            <a:pPr marL="0" indent="0">
              <a:buNone/>
            </a:pPr>
            <a:endParaRPr lang="fr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28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03.12.2025</a:t>
            </a:fld>
            <a:endParaRPr lang="fr-CH"/>
          </a:p>
        </p:txBody>
      </p:sp>
      <p:sp>
        <p:nvSpPr>
          <p:cNvPr id="7" name="PB">
            <a:extLst>
              <a:ext uri="{FF2B5EF4-FFF2-40B4-BE49-F238E27FC236}">
                <a16:creationId xmlns:a16="http://schemas.microsoft.com/office/drawing/2014/main" id="{78E21A8B-EF4F-BF6D-566B-58E82A621533}"/>
              </a:ext>
            </a:extLst>
          </p:cNvPr>
          <p:cNvSpPr/>
          <p:nvPr/>
        </p:nvSpPr>
        <p:spPr>
          <a:xfrm>
            <a:off x="0" y="6705600"/>
            <a:ext cx="11254154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0092836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A417-48A2-4EC1-BB6A-E88DDE96D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>
                <a:solidFill>
                  <a:srgbClr val="004595"/>
                </a:solidFill>
              </a:rPr>
              <a:t>Conclusion</a:t>
            </a:r>
            <a:endParaRPr lang="fr-CH" b="1">
              <a:solidFill>
                <a:srgbClr val="00459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85D5900-BBD6-42DC-CCB5-147BADB524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3" name="PB">
            <a:extLst>
              <a:ext uri="{FF2B5EF4-FFF2-40B4-BE49-F238E27FC236}">
                <a16:creationId xmlns:a16="http://schemas.microsoft.com/office/drawing/2014/main" id="{238FC9FE-8332-A0AE-F121-9E20AD30BFA8}"/>
              </a:ext>
            </a:extLst>
          </p:cNvPr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064999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-module-ALL-sujet.potm" id="{0E4AA291-A3BA-417D-9DDD-704EF9C4C7DF}" vid="{88192150-CEE7-4362-8C4B-420880CAD48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12CA962D3BC343BA4881942FCA9ABD" ma:contentTypeVersion="13" ma:contentTypeDescription="Crée un document." ma:contentTypeScope="" ma:versionID="69c7e1234aa399a5294368cedfc9727e">
  <xsd:schema xmlns:xsd="http://www.w3.org/2001/XMLSchema" xmlns:xs="http://www.w3.org/2001/XMLSchema" xmlns:p="http://schemas.microsoft.com/office/2006/metadata/properties" xmlns:ns2="eb2b4dc0-5538-4988-a426-1e3bf3687743" xmlns:ns3="26488081-7094-48e3-a435-bbb366c5709a" targetNamespace="http://schemas.microsoft.com/office/2006/metadata/properties" ma:root="true" ma:fieldsID="f55906f2b711226ab16b0d1a2f445893" ns2:_="" ns3:_="">
    <xsd:import namespace="eb2b4dc0-5538-4988-a426-1e3bf3687743"/>
    <xsd:import namespace="26488081-7094-48e3-a435-bbb366c570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2b4dc0-5538-4988-a426-1e3bf368774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5cfe7824-1d92-4d19-9a43-1c93e0eb464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488081-7094-48e3-a435-bbb366c5709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71d2a550-8a6e-4716-a102-3562047d879a}" ma:internalName="TaxCatchAll" ma:showField="CatchAllData" ma:web="26488081-7094-48e3-a435-bbb366c570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b2b4dc0-5538-4988-a426-1e3bf3687743">
      <Terms xmlns="http://schemas.microsoft.com/office/infopath/2007/PartnerControls"/>
    </lcf76f155ced4ddcb4097134ff3c332f>
    <TaxCatchAll xmlns="26488081-7094-48e3-a435-bbb366c5709a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EB944EB-D5D2-4963-BB93-CFB39BB8F7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b2b4dc0-5538-4988-a426-1e3bf3687743"/>
    <ds:schemaRef ds:uri="26488081-7094-48e3-a435-bbb366c5709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CD8083C-3C1C-4888-AB7E-D3C6C1B1DE24}">
  <ds:schemaRefs>
    <ds:schemaRef ds:uri="99ffe1f3-7857-457f-add0-5bdef636f38d"/>
    <ds:schemaRef ds:uri="be0d3259-a7ce-4623-88ec-81594dfcbc1c"/>
    <ds:schemaRef ds:uri="bf2f2df3-a963-4452-b0e7-67dabc627c35"/>
    <ds:schemaRef ds:uri="f7d9f5a6-831d-4621-8c77-cbcaf993e40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4"/>
    <ds:schemaRef ds:uri="http://schemas.openxmlformats.org/package/2006/metadata/core-properties"/>
    <ds:schemaRef ds:uri="http://www.w3.org/XML/1998/namespace"/>
    <ds:schemaRef ds:uri="eb2b4dc0-5538-4988-a426-1e3bf3687743"/>
    <ds:schemaRef ds:uri="26488081-7094-48e3-a435-bbb366c5709a"/>
  </ds:schemaRefs>
</ds:datastoreItem>
</file>

<file path=customXml/itemProps3.xml><?xml version="1.0" encoding="utf-8"?>
<ds:datastoreItem xmlns:ds="http://schemas.openxmlformats.org/officeDocument/2006/customXml" ds:itemID="{3E31C3D5-5B46-4E1A-855D-CCA00E784BE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S-module-ALL-sujet</Template>
  <TotalTime>90</TotalTime>
  <Words>931</Words>
  <Application>Microsoft Office PowerPoint</Application>
  <PresentationFormat>Grand écran</PresentationFormat>
  <Paragraphs>311</Paragraphs>
  <Slides>29</Slides>
  <Notes>29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5" baseType="lpstr">
      <vt:lpstr>Century Gothic</vt:lpstr>
      <vt:lpstr>Helvetica</vt:lpstr>
      <vt:lpstr>Daytona Light</vt:lpstr>
      <vt:lpstr>Calibri</vt:lpstr>
      <vt:lpstr>Arial</vt:lpstr>
      <vt:lpstr>Office Theme</vt:lpstr>
      <vt:lpstr>Audit</vt:lpstr>
      <vt:lpstr>Les objectifs</vt:lpstr>
      <vt:lpstr>Les objectifs</vt:lpstr>
      <vt:lpstr>Les objectifs</vt:lpstr>
      <vt:lpstr>Les objectifs</vt:lpstr>
      <vt:lpstr>LES VUES</vt:lpstr>
      <vt:lpstr>De base…</vt:lpstr>
      <vt:lpstr>BRAINSTORM</vt:lpstr>
      <vt:lpstr>Le principe</vt:lpstr>
      <vt:lpstr>Finalement…</vt:lpstr>
      <vt:lpstr>Définition</vt:lpstr>
      <vt:lpstr>Syntaxe</vt:lpstr>
      <vt:lpstr>Peut-on effacer ou modifier à partir d’une vue ?</vt:lpstr>
      <vt:lpstr>Peut-on effacer ou modifier à partir d’une vue ?</vt:lpstr>
      <vt:lpstr>Exemple</vt:lpstr>
      <vt:lpstr>BRAINSTORM</vt:lpstr>
      <vt:lpstr>Activité 1 : Création de vues</vt:lpstr>
      <vt:lpstr>LES PROCÉDURES STOCKÉES</vt:lpstr>
      <vt:lpstr>De base…</vt:lpstr>
      <vt:lpstr>Bougeons certains éléments vers le serveur de base de données…</vt:lpstr>
      <vt:lpstr>De quoi parle-t-on ?</vt:lpstr>
      <vt:lpstr>Syntaxe</vt:lpstr>
      <vt:lpstr>Syntaxe</vt:lpstr>
      <vt:lpstr>Syntaxe</vt:lpstr>
      <vt:lpstr>Exemple</vt:lpstr>
      <vt:lpstr>Exemple</vt:lpstr>
      <vt:lpstr>Procedure et fonction…</vt:lpstr>
      <vt:lpstr>Activité 2 : Création de stored procedures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S-306-GIT</dc:title>
  <dc:creator>Cédric Schaffter</dc:creator>
  <cp:lastModifiedBy>Jonathan Melly</cp:lastModifiedBy>
  <cp:revision>6</cp:revision>
  <dcterms:created xsi:type="dcterms:W3CDTF">2023-07-10T11:31:25Z</dcterms:created>
  <dcterms:modified xsi:type="dcterms:W3CDTF">2025-12-03T14:22:50Z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0x010100BD12CA962D3BC343BA4881942FCA9ABD</vt:lpwstr>
  </property>
  <property fmtid="{D5CDD505-2E9C-101B-9397-08002B2CF9AE}" pid="4" name="xd_ProgID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xd_Signature">
    <vt:bool>false</vt:bool>
  </property>
</Properties>
</file>